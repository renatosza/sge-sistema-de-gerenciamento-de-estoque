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embeddedFontLst>
    <p:embeddedFont>
      <p:font typeface="Inconsolata" pitchFamily="1" charset="0"/>
      <p:regular r:id="rId11"/>
    </p:embeddedFont>
    <p:embeddedFont>
      <p:font typeface="Montserrat Black" panose="00000A00000000000000" pitchFamily="2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97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135A22A-D5DB-5791-45FE-0E8243176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61629" y="-132490"/>
            <a:ext cx="12405767" cy="697824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1B36B02-F9C4-2634-1D47-838AA1BB26FC}"/>
              </a:ext>
            </a:extLst>
          </p:cNvPr>
          <p:cNvSpPr/>
          <p:nvPr/>
        </p:nvSpPr>
        <p:spPr>
          <a:xfrm>
            <a:off x="3429000" y="-12246"/>
            <a:ext cx="5715000" cy="68580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 0"/>
          <p:cNvSpPr/>
          <p:nvPr/>
        </p:nvSpPr>
        <p:spPr>
          <a:xfrm>
            <a:off x="3925119" y="254481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SGE: Sistema de Gerenciamento de Estoque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408637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Última sprint do semestre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501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1. Problema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105769"/>
            <a:ext cx="4722763" cy="8549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2266578"/>
            <a:ext cx="2247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Gestão descentralizada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62127" y="2573089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Dificuldade em controlar entradas e saídas de produtos.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102471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3263280"/>
            <a:ext cx="19986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Complexidade visual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62127" y="3569791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Sistemas de estoque tradicionais costumam ter interfaces poluídas e navegação lenta.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4325987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4486796"/>
            <a:ext cx="24610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Necessidade de agilidade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62127" y="4793307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fluxo operacional exige acesso rápido a dados cruciais sem sobrecarga de menus.</a:t>
            </a:r>
            <a:endParaRPr lang="en-US" sz="110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35EBEC8-BC5B-BDEE-4843-B5AF5EAFD19E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2575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 Solução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3152254"/>
            <a:ext cx="2622724" cy="1279996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2640" y="32987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Foco total em UX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360528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Interface intuitiva e ágil, com todas as informações vitais concentradas em uma única tela.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3152254"/>
            <a:ext cx="2622724" cy="1279996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07122" y="3298775"/>
            <a:ext cx="20746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Controle centralizado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360528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Gestão unificada de produtos, movimentações e hierarquia de funcionários.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3152254"/>
            <a:ext cx="2622724" cy="1279996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71605" y="3298775"/>
            <a:ext cx="21629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Experiência "App-like"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360528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Navegação fluida que simula uma aplicação nativa desktop.</a:t>
            </a:r>
            <a:endParaRPr lang="en-US" sz="11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D14C51F-94F4-CC89-9218-6CEB187D882B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63812"/>
            <a:ext cx="607203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 Principais Funcionalidades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9031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890317"/>
            <a:ext cx="24001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Autenticação Inteligente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3196828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Login por matrícula com validação estrita (Regex).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89031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890317"/>
            <a:ext cx="2312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Matrícula Automatizada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319682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Geração dinâmica baseada no cargo e ano, com incremento automático de sequência.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93397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933974"/>
            <a:ext cx="30305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Controle de Acesso Hierárquico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4240485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Níveis de permissão que impedem privilégios indevidos (ex: gerentes não criam admins).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93397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9339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Visual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4240485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Status de estoque com indicadores visuais de cores para rápida leitura.</a:t>
            </a:r>
            <a:endParaRPr lang="en-US" sz="1100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3C54B2D-6C9B-60EA-651F-8DFABDD12CFB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4872"/>
            <a:ext cx="63441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 Como foi feito e tecnologias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1377"/>
            <a:ext cx="8151763" cy="85494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967" y="169247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3963" y="15321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223963" y="1838697"/>
            <a:ext cx="7263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Laravel (MVC), proporcionando segurança robusta contra ataques e facilidade de rotas.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68079"/>
            <a:ext cx="8151763" cy="85494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967" y="2689175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23963" y="25288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Banco de Dados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1223963" y="2835399"/>
            <a:ext cx="7263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Eloquent ORM para interações limpas e seguras.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364781"/>
            <a:ext cx="8151763" cy="85494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967" y="3685877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23963" y="35255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1223963" y="3832101"/>
            <a:ext cx="7263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Tailwind CSS para design utilitário e moderno.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361483"/>
            <a:ext cx="8151763" cy="85494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967" y="4682579"/>
            <a:ext cx="212601" cy="21260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23963" y="45222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Build/Compilação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1223963" y="4828803"/>
            <a:ext cx="7263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Vite, garantindo performance e recarregamento instantâneo (HMR).</a:t>
            </a:r>
            <a:endParaRPr lang="en-US" sz="11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5358185"/>
            <a:ext cx="8151763" cy="85494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967" y="5679281"/>
            <a:ext cx="212601" cy="21260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23963" y="55189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Renderização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1223963" y="5825505"/>
            <a:ext cx="7263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Blade Engine para processamento eficiente de views no servidor.</a:t>
            </a:r>
            <a:endParaRPr lang="en-US" sz="110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06D2C80-3D1B-94FC-02EC-5BEC7DE59174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92261"/>
            <a:ext cx="51780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 Demonstração Prática</a:t>
            </a:r>
            <a:endParaRPr lang="en-US" sz="275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85BC62A-2932-ABBC-F342-BF8DA4082035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project tour">
            <a:hlinkClick r:id="" action="ppaction://media"/>
            <a:extLst>
              <a:ext uri="{FF2B5EF4-FFF2-40B4-BE49-F238E27FC236}">
                <a16:creationId xmlns:a16="http://schemas.microsoft.com/office/drawing/2014/main" id="{DDEA0B54-7807-51AF-10E8-2AE9A08946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0612" y="1105094"/>
            <a:ext cx="8262775" cy="4647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9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68293" mute="1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3139"/>
            <a:ext cx="50326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6. Desafios Enfrentados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29644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56816" y="2078310"/>
            <a:ext cx="18109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Manutenção da UX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6816" y="2384822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Equilibrar a densidade de informações sem perder a estética visual ("Single Page" feel).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72433" y="2029644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733130" y="2078310"/>
            <a:ext cx="21384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Curva de Aprendizado Tecnológico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33130" y="2606278"/>
            <a:ext cx="2138437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utilização do ecossistema Laravel mostrou-se um desafio considerável. A complexidade do framework e a necessidade de adaptação aos novos padrões de arquitetura elevaram o tempo de desenvolvimento e geraram gargalos técnicos que o time precisou aprender a contornar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48747" y="2029644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09445" y="2078310"/>
            <a:ext cx="21384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Instabilidade na Gestão do Backlog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09445" y="2606278"/>
            <a:ext cx="2138437" cy="2948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rotatividade constante de Scrum Masters impactou diretamente a previsibilidade e a organização das entregas. A falta de continuidade na condução das sprints resultou em um backlog desestruturado, onde as prioridades tornaram-se confusas e a definição do 'próximo passo' foi comprometida pela ausência de um direcionamento centralizado e persistente.</a:t>
            </a:r>
            <a:endParaRPr lang="en-US" sz="11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567AA49-50C9-04C9-228D-582EF27E0354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817614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Agradecemos pela atenção!</a:t>
            </a:r>
            <a:endParaRPr lang="en-US" sz="385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0F5B16-2ED4-51EF-98BF-62DE81E94D02}"/>
              </a:ext>
            </a:extLst>
          </p:cNvPr>
          <p:cNvSpPr/>
          <p:nvPr/>
        </p:nvSpPr>
        <p:spPr>
          <a:xfrm>
            <a:off x="7926438" y="6447453"/>
            <a:ext cx="1217562" cy="3983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376</Words>
  <Application>Microsoft Office PowerPoint</Application>
  <PresentationFormat>Apresentação na tela (4:3)</PresentationFormat>
  <Paragraphs>53</Paragraphs>
  <Slides>8</Slides>
  <Notes>8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Inconsolata</vt:lpstr>
      <vt:lpstr>Montserrat Black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Renato Junior</dc:creator>
  <cp:lastModifiedBy>Renato Junior</cp:lastModifiedBy>
  <cp:revision>2</cp:revision>
  <dcterms:created xsi:type="dcterms:W3CDTF">2026-06-30T03:51:59Z</dcterms:created>
  <dcterms:modified xsi:type="dcterms:W3CDTF">2026-06-30T04:03:34Z</dcterms:modified>
</cp:coreProperties>
</file>