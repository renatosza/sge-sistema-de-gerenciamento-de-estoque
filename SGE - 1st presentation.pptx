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4E291F"/>
    <a:srgbClr val="76543A"/>
    <a:srgbClr val="FFD88A"/>
    <a:srgbClr val="3300EE"/>
    <a:srgbClr val="D7A46B"/>
    <a:srgbClr val="926848"/>
    <a:srgbClr val="A18463"/>
    <a:srgbClr val="D7B1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" d="100"/>
          <a:sy n="10" d="100"/>
        </p:scale>
        <p:origin x="2746" y="1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0D000-B39F-4434-B5BA-ABC3F0E4465D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06A26-D33C-43AF-A82E-F3EE4F81A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460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C13B4-B306-7F5B-30A9-16FE7DD4F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12A769-4641-3D3F-3ADD-46A7AEFCB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D46D7F-D08D-26D3-DD41-F0B4CE86C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3ADC02-AE25-99D3-2697-D586A74CC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E655A4-238A-C8BD-DB61-26243726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71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0571C-97E7-2806-D3EC-732F0308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CF5BEF-CED8-026E-8D37-C98CFE41C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F2530E-7AD6-F7D8-4300-0DB918AD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DE967B-2F05-BCA5-6B2E-3109A6D57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323D03-C973-F12A-9A00-9EA1D2BF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894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897B-673F-B4FF-2FEE-CF0B2680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2C04F1-C9B4-C362-9486-76180AE0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DDAAF7-A613-61D7-D79C-98E41E28B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6F1821-CFBA-20DC-FEDE-0CA91B1D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D80234-E0A7-D3A9-8799-F06CC9F8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44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0C318-BB7E-E8E2-73E3-DA57923D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7C6F13-A11F-3A94-F794-8DBE2995E7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707742-12C6-F70D-FEB4-7EB8BE59D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1D38F3-4D9A-B294-3207-A8ED6BE6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C02BFF-A96F-6E09-44E7-3DEBB3F1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BA6689-A2A6-B77D-3515-12717481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116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8CD9-0214-0072-3C1B-04BD2401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AE8893-7B2C-AE0D-BE74-776A256B8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65BC84-C789-2164-53B8-5CC1A5F6C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C69CFC-2C1D-5AB8-C96F-CB1CBDF8B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5DB8F97-5270-0CAC-1C80-672E2B0D5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5ADE17B-BAB5-F147-CD8B-6AE0565C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084F63F-6704-8348-4994-2CD1201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0A096C-F4FB-72BD-2315-7E5F4B71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3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47FFC-7F65-8287-730B-A53AF61A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550E42-EA53-6A79-AB00-9CDEF16A0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12CC19-C4B7-47C7-E47E-B7CE7199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3FA8D0-A607-E37D-809D-BEAF0220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2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3322B8-CDDF-7945-4125-164D7CD8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77D9CE-52F1-9287-ADCA-3B7090A1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BB6142-5085-D0EB-C12C-D0D55CA5C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49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E1FBA-36EC-BA23-CC3C-0CA7CEC6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57855D-BE65-7410-2357-889CF1C7C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D9A38D-4356-C88A-2676-23C08B9D4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6B7C12-39A3-95DC-B82A-FB2A20EB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83ECB4-B42D-73A2-297E-15B44E36F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F5D815-D875-2783-2C4F-BE989890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410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EC07F-9ADF-7E34-5B44-113E19FA6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8106CE-DC2B-E44E-4150-49C269F06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4F653E-8CA2-27C4-2B8C-A4D0F0001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390285-DAEB-1968-10C8-063FF4A9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817720-1D60-760F-44E5-01B2DCCA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FD7E14-27EE-AA55-F1BD-74427F4F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58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5306F-A542-CADD-35F2-1D19554F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C2A6C3-4BD4-EE77-B5DD-6AA70E602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9883B1-26FD-10E4-FE02-19088F89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A180B5-FA9B-91BD-185B-659946B1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0C639D-09DC-8C35-88EB-802C6520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1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F79A0C-96C0-675C-5291-D2960C9DC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18534E-496E-F2D5-B536-B5D47B187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E1C14E-4FF2-FD0B-AA7C-5FAF68FF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DACC5B-07F2-D322-E591-B9D83A58D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BD4919-95F8-9C62-F2E5-AD277211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8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AE7488-996D-890F-80BD-4E30620E3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24A482-A9E5-6E98-E370-33436F80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06A20B-5B7B-E0BB-458C-7B82CD4A9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75A94-8932-4CAE-8AB2-0884DE76360B}" type="datetimeFigureOut">
              <a:rPr lang="pt-BR" smtClean="0"/>
              <a:t>18/05/2026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E0A346-0FC1-92D0-B18C-490D43DE7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AE9189-14F5-E7B0-1F85-CE338C489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88260-252E-4D10-929C-2A223F1815A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51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ED36-BAE1-0A13-7264-89F04B03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CF279420-7015-6872-2D37-E5D0B4C12654}"/>
              </a:ext>
            </a:extLst>
          </p:cNvPr>
          <p:cNvSpPr/>
          <p:nvPr/>
        </p:nvSpPr>
        <p:spPr>
          <a:xfrm>
            <a:off x="-5320858" y="2266456"/>
            <a:ext cx="561350" cy="561350"/>
          </a:xfrm>
          <a:prstGeom prst="flowChartConnector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CFAA3E02-4AD0-B5B3-569F-9E560EFEC06E}"/>
              </a:ext>
            </a:extLst>
          </p:cNvPr>
          <p:cNvSpPr/>
          <p:nvPr/>
        </p:nvSpPr>
        <p:spPr>
          <a:xfrm>
            <a:off x="-5225647" y="4289456"/>
            <a:ext cx="561350" cy="561350"/>
          </a:xfrm>
          <a:prstGeom prst="flowChartConnector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21B014B3-E059-795B-3912-DB3FDD550E63}"/>
              </a:ext>
            </a:extLst>
          </p:cNvPr>
          <p:cNvSpPr/>
          <p:nvPr/>
        </p:nvSpPr>
        <p:spPr>
          <a:xfrm>
            <a:off x="-5613252" y="3148325"/>
            <a:ext cx="573069" cy="561350"/>
          </a:xfrm>
          <a:prstGeom prst="flowChartConnector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03BAE78-DEF8-7880-F356-5F12995CB7B9}"/>
              </a:ext>
            </a:extLst>
          </p:cNvPr>
          <p:cNvSpPr txBox="1"/>
          <p:nvPr/>
        </p:nvSpPr>
        <p:spPr>
          <a:xfrm>
            <a:off x="3156029" y="288608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Conceito geral do projeto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010F8C5-E77F-6DA2-8CED-D7F55E89989D}"/>
              </a:ext>
            </a:extLst>
          </p:cNvPr>
          <p:cNvSpPr txBox="1"/>
          <p:nvPr/>
        </p:nvSpPr>
        <p:spPr>
          <a:xfrm>
            <a:off x="3146704" y="3447431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temos por agora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C072039-F0F6-3F67-FC22-6995E1A1303C}"/>
              </a:ext>
            </a:extLst>
          </p:cNvPr>
          <p:cNvSpPr txBox="1"/>
          <p:nvPr/>
        </p:nvSpPr>
        <p:spPr>
          <a:xfrm>
            <a:off x="3146704" y="4008781"/>
            <a:ext cx="32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ainda temos que fazer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44690D6-AEF1-9532-DF7F-3F111CD655AC}"/>
              </a:ext>
            </a:extLst>
          </p:cNvPr>
          <p:cNvSpPr/>
          <p:nvPr/>
        </p:nvSpPr>
        <p:spPr>
          <a:xfrm>
            <a:off x="-46860" y="0"/>
            <a:ext cx="12226988" cy="6858000"/>
          </a:xfrm>
          <a:prstGeom prst="rect">
            <a:avLst/>
          </a:prstGeom>
          <a:gradFill>
            <a:gsLst>
              <a:gs pos="0">
                <a:srgbClr val="926848"/>
              </a:gs>
              <a:gs pos="47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05BA59-2341-4C35-6882-A11E223DD06D}"/>
              </a:ext>
            </a:extLst>
          </p:cNvPr>
          <p:cNvSpPr/>
          <p:nvPr/>
        </p:nvSpPr>
        <p:spPr>
          <a:xfrm>
            <a:off x="-58732" y="2400657"/>
            <a:ext cx="12250732" cy="4457343"/>
          </a:xfrm>
          <a:prstGeom prst="rect">
            <a:avLst/>
          </a:prstGeom>
          <a:solidFill>
            <a:srgbClr val="926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A031425-1B20-E3B3-AFB7-928AA2400E97}"/>
              </a:ext>
            </a:extLst>
          </p:cNvPr>
          <p:cNvSpPr/>
          <p:nvPr/>
        </p:nvSpPr>
        <p:spPr>
          <a:xfrm rot="21180000">
            <a:off x="-189576" y="145475"/>
            <a:ext cx="6114985" cy="1914081"/>
          </a:xfrm>
          <a:prstGeom prst="rect">
            <a:avLst/>
          </a:prstGeom>
          <a:solidFill>
            <a:srgbClr val="926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8453A3-8D5D-0846-D90D-E884E34E0529}"/>
              </a:ext>
            </a:extLst>
          </p:cNvPr>
          <p:cNvSpPr/>
          <p:nvPr/>
        </p:nvSpPr>
        <p:spPr>
          <a:xfrm rot="21180000">
            <a:off x="-218752" y="-468820"/>
            <a:ext cx="6114985" cy="2392893"/>
          </a:xfrm>
          <a:prstGeom prst="rect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AC1C7D0-226F-A8C2-A890-A96979A3E793}"/>
              </a:ext>
            </a:extLst>
          </p:cNvPr>
          <p:cNvSpPr/>
          <p:nvPr/>
        </p:nvSpPr>
        <p:spPr>
          <a:xfrm>
            <a:off x="6031126" y="0"/>
            <a:ext cx="6160874" cy="2400657"/>
          </a:xfrm>
          <a:prstGeom prst="rect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53ECB6B-4835-20F6-E042-37FBE9B758F3}"/>
              </a:ext>
            </a:extLst>
          </p:cNvPr>
          <p:cNvSpPr txBox="1"/>
          <p:nvPr/>
        </p:nvSpPr>
        <p:spPr>
          <a:xfrm>
            <a:off x="2935519" y="2557257"/>
            <a:ext cx="63209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500" dirty="0">
                <a:ln w="38100" cap="flat">
                  <a:solidFill>
                    <a:srgbClr val="D7A46B"/>
                  </a:solidFill>
                  <a:prstDash val="dash"/>
                  <a:bevel/>
                </a:ln>
                <a:solidFill>
                  <a:srgbClr val="76543A">
                    <a:alpha val="61000"/>
                  </a:srgbClr>
                </a:solidFill>
                <a:latin typeface="Aptos ExtraBold" panose="020F0502020204030204" pitchFamily="34" charset="0"/>
              </a:rPr>
              <a:t>GRUPO 4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628AD87-D45E-8F25-95D4-7F236CC64500}"/>
              </a:ext>
            </a:extLst>
          </p:cNvPr>
          <p:cNvSpPr/>
          <p:nvPr/>
        </p:nvSpPr>
        <p:spPr>
          <a:xfrm rot="540000">
            <a:off x="270669" y="3429302"/>
            <a:ext cx="2287068" cy="2935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1D39D53-32EB-8FC0-B314-027EF8B81FE9}"/>
              </a:ext>
            </a:extLst>
          </p:cNvPr>
          <p:cNvSpPr txBox="1"/>
          <p:nvPr/>
        </p:nvSpPr>
        <p:spPr>
          <a:xfrm rot="540000">
            <a:off x="1003127" y="3950332"/>
            <a:ext cx="1146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Aline A.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FB21392-F26F-6817-00C2-32889ED8D530}"/>
              </a:ext>
            </a:extLst>
          </p:cNvPr>
          <p:cNvSpPr txBox="1"/>
          <p:nvPr/>
        </p:nvSpPr>
        <p:spPr>
          <a:xfrm rot="540000">
            <a:off x="666272" y="4287145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solidFill>
                  <a:srgbClr val="3300EE"/>
                </a:solidFill>
                <a:latin typeface="Fairwater Script" panose="02000507000000020003" pitchFamily="2" charset="0"/>
              </a:rPr>
              <a:t>Daphinne</a:t>
            </a:r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 B.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DE824052-4AD6-4F6C-C19F-BF6A3C44E016}"/>
              </a:ext>
            </a:extLst>
          </p:cNvPr>
          <p:cNvSpPr txBox="1"/>
          <p:nvPr/>
        </p:nvSpPr>
        <p:spPr>
          <a:xfrm rot="540000">
            <a:off x="746756" y="4693492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solidFill>
                  <a:srgbClr val="3300EE"/>
                </a:solidFill>
                <a:latin typeface="Fairwater Script" panose="02000507000000020003" pitchFamily="2" charset="0"/>
              </a:rPr>
              <a:t>Gabryel</a:t>
            </a:r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 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AA1E777-16D2-2A53-9273-F9D27C831DD8}"/>
              </a:ext>
            </a:extLst>
          </p:cNvPr>
          <p:cNvSpPr txBox="1"/>
          <p:nvPr/>
        </p:nvSpPr>
        <p:spPr>
          <a:xfrm rot="540000">
            <a:off x="532456" y="5110711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Hadassa A.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ED8A20D-591E-CA69-E820-9305B4F98395}"/>
              </a:ext>
            </a:extLst>
          </p:cNvPr>
          <p:cNvSpPr txBox="1"/>
          <p:nvPr/>
        </p:nvSpPr>
        <p:spPr>
          <a:xfrm rot="540000">
            <a:off x="589279" y="5510963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Maria 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EC608A1-F420-AB8F-785E-0EFBE98F29C8}"/>
              </a:ext>
            </a:extLst>
          </p:cNvPr>
          <p:cNvSpPr txBox="1"/>
          <p:nvPr/>
        </p:nvSpPr>
        <p:spPr>
          <a:xfrm rot="540000">
            <a:off x="508944" y="5883321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Renato S.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616FB0A-4E2B-9D56-FDD3-ECB10ABB1076}"/>
              </a:ext>
            </a:extLst>
          </p:cNvPr>
          <p:cNvSpPr txBox="1"/>
          <p:nvPr/>
        </p:nvSpPr>
        <p:spPr>
          <a:xfrm rot="540000">
            <a:off x="906182" y="3529596"/>
            <a:ext cx="1361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Posterama" panose="020B0504020200020000" pitchFamily="34" charset="0"/>
                <a:cs typeface="Posterama" panose="020B0504020200020000" pitchFamily="34" charset="0"/>
              </a:rPr>
              <a:t>AUTORES</a:t>
            </a:r>
          </a:p>
        </p:txBody>
      </p:sp>
    </p:spTree>
    <p:extLst>
      <p:ext uri="{BB962C8B-B14F-4D97-AF65-F5344CB8AC3E}">
        <p14:creationId xmlns:p14="http://schemas.microsoft.com/office/powerpoint/2010/main" val="26384936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B372-FA67-3509-F4B2-DB86CEFD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tângulo 118">
            <a:extLst>
              <a:ext uri="{FF2B5EF4-FFF2-40B4-BE49-F238E27FC236}">
                <a16:creationId xmlns:a16="http://schemas.microsoft.com/office/drawing/2014/main" id="{DA13DAFA-51CD-8DAA-C6DE-365138AF1C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312A9F4E-1490-C9EF-0EA1-A5F1FC68E3C0}"/>
              </a:ext>
            </a:extLst>
          </p:cNvPr>
          <p:cNvGrpSpPr/>
          <p:nvPr/>
        </p:nvGrpSpPr>
        <p:grpSpPr>
          <a:xfrm>
            <a:off x="595589" y="1704879"/>
            <a:ext cx="9372600" cy="5214538"/>
            <a:chOff x="16191575" y="5991753"/>
            <a:chExt cx="9372600" cy="5214538"/>
          </a:xfrm>
        </p:grpSpPr>
        <p:sp>
          <p:nvSpPr>
            <p:cNvPr id="121" name="Retângulo: Cantos Arredondados 120">
              <a:extLst>
                <a:ext uri="{FF2B5EF4-FFF2-40B4-BE49-F238E27FC236}">
                  <a16:creationId xmlns:a16="http://schemas.microsoft.com/office/drawing/2014/main" id="{28C1BA6E-98CA-6C5A-D327-9C517A24423F}"/>
                </a:ext>
              </a:extLst>
            </p:cNvPr>
            <p:cNvSpPr/>
            <p:nvPr/>
          </p:nvSpPr>
          <p:spPr>
            <a:xfrm>
              <a:off x="16191575" y="5991753"/>
              <a:ext cx="9372600" cy="5214538"/>
            </a:xfrm>
            <a:prstGeom prst="roundRect">
              <a:avLst/>
            </a:prstGeom>
            <a:solidFill>
              <a:srgbClr val="926848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E5DBAF0C-B942-2B64-BEDC-44738D40B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0745" y="6701669"/>
              <a:ext cx="3198661" cy="369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id="{5BC1AC21-4AE1-C324-549A-F50D3C461C53}"/>
                </a:ext>
              </a:extLst>
            </p:cNvPr>
            <p:cNvSpPr txBox="1"/>
            <p:nvPr/>
          </p:nvSpPr>
          <p:spPr>
            <a:xfrm>
              <a:off x="18020796" y="10373278"/>
              <a:ext cx="1590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Caso de uso</a:t>
              </a:r>
            </a:p>
          </p:txBody>
        </p:sp>
        <p:pic>
          <p:nvPicPr>
            <p:cNvPr id="124" name="Picture 4">
              <a:extLst>
                <a:ext uri="{FF2B5EF4-FFF2-40B4-BE49-F238E27FC236}">
                  <a16:creationId xmlns:a16="http://schemas.microsoft.com/office/drawing/2014/main" id="{4D061DEC-31AD-173A-7EBB-5A7042DCC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2762" y="8447260"/>
              <a:ext cx="3564422" cy="2346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FF3C8643-E3C6-A4FF-6C05-AD1D35514901}"/>
                </a:ext>
              </a:extLst>
            </p:cNvPr>
            <p:cNvSpPr txBox="1"/>
            <p:nvPr/>
          </p:nvSpPr>
          <p:spPr>
            <a:xfrm>
              <a:off x="22445047" y="10109036"/>
              <a:ext cx="2536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classes</a:t>
              </a:r>
            </a:p>
          </p:txBody>
        </p:sp>
        <p:pic>
          <p:nvPicPr>
            <p:cNvPr id="126" name="Picture 6">
              <a:extLst>
                <a:ext uri="{FF2B5EF4-FFF2-40B4-BE49-F238E27FC236}">
                  <a16:creationId xmlns:a16="http://schemas.microsoft.com/office/drawing/2014/main" id="{5E4BC431-D3F4-B508-C370-F2562D8C3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8575" y="6729268"/>
              <a:ext cx="4136877" cy="151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7" name="CaixaDeTexto 126">
              <a:extLst>
                <a:ext uri="{FF2B5EF4-FFF2-40B4-BE49-F238E27FC236}">
                  <a16:creationId xmlns:a16="http://schemas.microsoft.com/office/drawing/2014/main" id="{7E9EB6CC-912A-948D-156F-02A49BB13D28}"/>
                </a:ext>
              </a:extLst>
            </p:cNvPr>
            <p:cNvSpPr txBox="1"/>
            <p:nvPr/>
          </p:nvSpPr>
          <p:spPr>
            <a:xfrm>
              <a:off x="22445047" y="7924307"/>
              <a:ext cx="2816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n w="3175">
                    <a:solidFill>
                      <a:srgbClr val="76543A"/>
                    </a:solidFill>
                  </a:ln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atividade</a:t>
              </a:r>
            </a:p>
          </p:txBody>
        </p:sp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974407FC-D823-36F6-24C7-FA449BB5763E}"/>
                </a:ext>
              </a:extLst>
            </p:cNvPr>
            <p:cNvSpPr txBox="1"/>
            <p:nvPr/>
          </p:nvSpPr>
          <p:spPr>
            <a:xfrm>
              <a:off x="19386920" y="6099488"/>
              <a:ext cx="29819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spc="300" dirty="0">
                  <a:solidFill>
                    <a:schemeClr val="bg1"/>
                  </a:solidFill>
                  <a:latin typeface="Impact" panose="020B0806030902050204" pitchFamily="34" charset="0"/>
                </a:rPr>
                <a:t>DIAGRAMAÇÃO</a:t>
              </a:r>
            </a:p>
          </p:txBody>
        </p:sp>
      </p:grp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BFA52721-D167-1CF3-77C3-F8D58CEBA69C}"/>
              </a:ext>
            </a:extLst>
          </p:cNvPr>
          <p:cNvGrpSpPr/>
          <p:nvPr/>
        </p:nvGrpSpPr>
        <p:grpSpPr>
          <a:xfrm>
            <a:off x="930077" y="1435880"/>
            <a:ext cx="9372600" cy="5214538"/>
            <a:chOff x="16176143" y="66637"/>
            <a:chExt cx="9372600" cy="5214538"/>
          </a:xfrm>
        </p:grpSpPr>
        <p:sp>
          <p:nvSpPr>
            <p:cNvPr id="130" name="Retângulo: Cantos Arredondados 129">
              <a:extLst>
                <a:ext uri="{FF2B5EF4-FFF2-40B4-BE49-F238E27FC236}">
                  <a16:creationId xmlns:a16="http://schemas.microsoft.com/office/drawing/2014/main" id="{2F335B03-65E0-A06C-A430-52CB5B1D76A0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31" name="CaixaDeTexto 130">
              <a:extLst>
                <a:ext uri="{FF2B5EF4-FFF2-40B4-BE49-F238E27FC236}">
                  <a16:creationId xmlns:a16="http://schemas.microsoft.com/office/drawing/2014/main" id="{70D2005E-6D6D-123F-BF89-110F7F0A08A2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32" name="Imagem 131">
              <a:extLst>
                <a:ext uri="{FF2B5EF4-FFF2-40B4-BE49-F238E27FC236}">
                  <a16:creationId xmlns:a16="http://schemas.microsoft.com/office/drawing/2014/main" id="{10D36C31-3E39-2F4B-ABCD-CEB731B12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D244A889-7CD9-9C7F-722F-3E9B8A8E0A7E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134" name="Agrupar 133">
            <a:extLst>
              <a:ext uri="{FF2B5EF4-FFF2-40B4-BE49-F238E27FC236}">
                <a16:creationId xmlns:a16="http://schemas.microsoft.com/office/drawing/2014/main" id="{4E504F44-D714-62C7-1E2A-2F558E8BC4DE}"/>
              </a:ext>
            </a:extLst>
          </p:cNvPr>
          <p:cNvGrpSpPr/>
          <p:nvPr/>
        </p:nvGrpSpPr>
        <p:grpSpPr>
          <a:xfrm>
            <a:off x="1302196" y="1130844"/>
            <a:ext cx="9372600" cy="5214538"/>
            <a:chOff x="16191575" y="-6074619"/>
            <a:chExt cx="9372600" cy="5214538"/>
          </a:xfrm>
        </p:grpSpPr>
        <p:sp>
          <p:nvSpPr>
            <p:cNvPr id="135" name="Retângulo: Cantos Arredondados 134">
              <a:extLst>
                <a:ext uri="{FF2B5EF4-FFF2-40B4-BE49-F238E27FC236}">
                  <a16:creationId xmlns:a16="http://schemas.microsoft.com/office/drawing/2014/main" id="{66744D8A-C7D8-A03F-D034-67B19EEE74DC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36" name="CaixaDeTexto 135">
              <a:extLst>
                <a:ext uri="{FF2B5EF4-FFF2-40B4-BE49-F238E27FC236}">
                  <a16:creationId xmlns:a16="http://schemas.microsoft.com/office/drawing/2014/main" id="{218AC349-05EB-6261-FC0A-503D2AFA4B0F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37" name="Imagem 136">
              <a:extLst>
                <a:ext uri="{FF2B5EF4-FFF2-40B4-BE49-F238E27FC236}">
                  <a16:creationId xmlns:a16="http://schemas.microsoft.com/office/drawing/2014/main" id="{EAB94DB5-252D-43B0-435B-3AD9F4E47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38" name="CaixaDeTexto 137">
              <a:extLst>
                <a:ext uri="{FF2B5EF4-FFF2-40B4-BE49-F238E27FC236}">
                  <a16:creationId xmlns:a16="http://schemas.microsoft.com/office/drawing/2014/main" id="{CFD9BEDC-4AD5-0B31-9ABD-F55F5FC6A6ED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E8BB6D61-2258-F171-10A6-38016E816CD2}"/>
              </a:ext>
            </a:extLst>
          </p:cNvPr>
          <p:cNvGrpSpPr/>
          <p:nvPr/>
        </p:nvGrpSpPr>
        <p:grpSpPr>
          <a:xfrm>
            <a:off x="1783171" y="786468"/>
            <a:ext cx="9372600" cy="5214538"/>
            <a:chOff x="2138181" y="685958"/>
            <a:chExt cx="9372600" cy="5214538"/>
          </a:xfrm>
        </p:grpSpPr>
        <p:sp>
          <p:nvSpPr>
            <p:cNvPr id="140" name="Retângulo: Cantos Arredondados 139">
              <a:extLst>
                <a:ext uri="{FF2B5EF4-FFF2-40B4-BE49-F238E27FC236}">
                  <a16:creationId xmlns:a16="http://schemas.microsoft.com/office/drawing/2014/main" id="{84C82809-2201-2FF8-DA21-4F29B6E6BACF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41" name="CaixaDeTexto 140">
              <a:extLst>
                <a:ext uri="{FF2B5EF4-FFF2-40B4-BE49-F238E27FC236}">
                  <a16:creationId xmlns:a16="http://schemas.microsoft.com/office/drawing/2014/main" id="{6E53F4A0-4D35-1691-121D-1B1BBDFAA06A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142" name="CaixaDeTexto 141">
              <a:extLst>
                <a:ext uri="{FF2B5EF4-FFF2-40B4-BE49-F238E27FC236}">
                  <a16:creationId xmlns:a16="http://schemas.microsoft.com/office/drawing/2014/main" id="{171EE48C-7159-D4E9-D15D-95BA6A71C85F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143" name="Agrupar 142">
            <a:extLst>
              <a:ext uri="{FF2B5EF4-FFF2-40B4-BE49-F238E27FC236}">
                <a16:creationId xmlns:a16="http://schemas.microsoft.com/office/drawing/2014/main" id="{88DB9C3E-0873-03C3-C60B-B7C8E3FD979D}"/>
              </a:ext>
            </a:extLst>
          </p:cNvPr>
          <p:cNvGrpSpPr/>
          <p:nvPr/>
        </p:nvGrpSpPr>
        <p:grpSpPr>
          <a:xfrm>
            <a:off x="2137898" y="-310116"/>
            <a:ext cx="9372600" cy="6036269"/>
            <a:chOff x="2132024" y="107884"/>
            <a:chExt cx="9372600" cy="6036269"/>
          </a:xfrm>
        </p:grpSpPr>
        <p:sp>
          <p:nvSpPr>
            <p:cNvPr id="144" name="Retângulo: Cantos Arredondados 143">
              <a:extLst>
                <a:ext uri="{FF2B5EF4-FFF2-40B4-BE49-F238E27FC236}">
                  <a16:creationId xmlns:a16="http://schemas.microsoft.com/office/drawing/2014/main" id="{8B8C6B11-DA3C-DED5-E191-DCF9181A5209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45" name="CaixaDeTexto 144">
              <a:extLst>
                <a:ext uri="{FF2B5EF4-FFF2-40B4-BE49-F238E27FC236}">
                  <a16:creationId xmlns:a16="http://schemas.microsoft.com/office/drawing/2014/main" id="{B3A6E2C9-FDB9-C502-E8F9-21B965A92DEB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146" name="CaixaDeTexto 145">
              <a:extLst>
                <a:ext uri="{FF2B5EF4-FFF2-40B4-BE49-F238E27FC236}">
                  <a16:creationId xmlns:a16="http://schemas.microsoft.com/office/drawing/2014/main" id="{BC3565D5-A6C6-8BE1-C58B-7103C44A6544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147" name="CaixaDeTexto 146">
              <a:extLst>
                <a:ext uri="{FF2B5EF4-FFF2-40B4-BE49-F238E27FC236}">
                  <a16:creationId xmlns:a16="http://schemas.microsoft.com/office/drawing/2014/main" id="{75D491B2-CF8A-AD7C-10BC-509BB8C9B701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148" name="CaixaDeTexto 147">
              <a:extLst>
                <a:ext uri="{FF2B5EF4-FFF2-40B4-BE49-F238E27FC236}">
                  <a16:creationId xmlns:a16="http://schemas.microsoft.com/office/drawing/2014/main" id="{454A380F-88BC-F35E-E1D5-F0A9AE626134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A21AEE97-27B6-05E1-8BF1-0EACD1AE364E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A6A39F7F-A336-9586-AFE1-838A103DC058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151" name="Fluxograma: Conector 150">
              <a:extLst>
                <a:ext uri="{FF2B5EF4-FFF2-40B4-BE49-F238E27FC236}">
                  <a16:creationId xmlns:a16="http://schemas.microsoft.com/office/drawing/2014/main" id="{45BDE967-E2A7-006E-F025-2F3049E0D0DE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2" name="Fluxograma: Conector 151">
              <a:extLst>
                <a:ext uri="{FF2B5EF4-FFF2-40B4-BE49-F238E27FC236}">
                  <a16:creationId xmlns:a16="http://schemas.microsoft.com/office/drawing/2014/main" id="{8EF21206-EFE9-B87E-44E8-B48330ABEEAF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3" name="Fluxograma: Conector 152">
              <a:extLst>
                <a:ext uri="{FF2B5EF4-FFF2-40B4-BE49-F238E27FC236}">
                  <a16:creationId xmlns:a16="http://schemas.microsoft.com/office/drawing/2014/main" id="{B08C1B64-DB42-BC40-A479-68A5FF2BE20C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4" name="Fluxograma: Conector 153">
              <a:extLst>
                <a:ext uri="{FF2B5EF4-FFF2-40B4-BE49-F238E27FC236}">
                  <a16:creationId xmlns:a16="http://schemas.microsoft.com/office/drawing/2014/main" id="{743A7D1C-D9FA-6534-1C0D-CEABACA41338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5" name="CaixaDeTexto 154">
              <a:extLst>
                <a:ext uri="{FF2B5EF4-FFF2-40B4-BE49-F238E27FC236}">
                  <a16:creationId xmlns:a16="http://schemas.microsoft.com/office/drawing/2014/main" id="{745C0068-1FFB-7D35-03ED-81BFA112C80D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156" name="Imagem 155">
              <a:extLst>
                <a:ext uri="{FF2B5EF4-FFF2-40B4-BE49-F238E27FC236}">
                  <a16:creationId xmlns:a16="http://schemas.microsoft.com/office/drawing/2014/main" id="{781B6A7C-EE69-DDFA-B7A8-B55A985BD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  <p:sp>
        <p:nvSpPr>
          <p:cNvPr id="61" name="Retângulo 60">
            <a:extLst>
              <a:ext uri="{FF2B5EF4-FFF2-40B4-BE49-F238E27FC236}">
                <a16:creationId xmlns:a16="http://schemas.microsoft.com/office/drawing/2014/main" id="{510BC8A3-6220-85EC-F3FD-BF89205103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1E9C482E-E57F-43C8-08B8-929C1BFA07CE}"/>
              </a:ext>
            </a:extLst>
          </p:cNvPr>
          <p:cNvSpPr/>
          <p:nvPr/>
        </p:nvSpPr>
        <p:spPr>
          <a:xfrm>
            <a:off x="771058" y="1755500"/>
            <a:ext cx="9372600" cy="5214538"/>
          </a:xfrm>
          <a:prstGeom prst="roundRect">
            <a:avLst/>
          </a:prstGeom>
          <a:solidFill>
            <a:srgbClr val="926848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6E120C7D-70E7-9A69-0FEB-DEAAEF74EAAF}"/>
              </a:ext>
            </a:extLst>
          </p:cNvPr>
          <p:cNvSpPr/>
          <p:nvPr/>
        </p:nvSpPr>
        <p:spPr>
          <a:xfrm>
            <a:off x="1041633" y="1431333"/>
            <a:ext cx="9372600" cy="5214538"/>
          </a:xfrm>
          <a:prstGeom prst="roundRect">
            <a:avLst/>
          </a:prstGeom>
          <a:solidFill>
            <a:srgbClr val="D7A4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84280321-0EC9-F630-8390-2C8ED99BC0DC}"/>
              </a:ext>
            </a:extLst>
          </p:cNvPr>
          <p:cNvSpPr/>
          <p:nvPr/>
        </p:nvSpPr>
        <p:spPr>
          <a:xfrm>
            <a:off x="1312208" y="1230718"/>
            <a:ext cx="9372600" cy="5214538"/>
          </a:xfrm>
          <a:prstGeom prst="roundRect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B9AFD744-A53F-0967-5F93-510041DACD80}"/>
              </a:ext>
            </a:extLst>
          </p:cNvPr>
          <p:cNvSpPr/>
          <p:nvPr/>
        </p:nvSpPr>
        <p:spPr>
          <a:xfrm>
            <a:off x="1664905" y="986913"/>
            <a:ext cx="9372600" cy="5214538"/>
          </a:xfrm>
          <a:prstGeom prst="roundRect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2FFAC6AD-BDBB-1C48-F45D-E21D5BEDBEE1}"/>
              </a:ext>
            </a:extLst>
          </p:cNvPr>
          <p:cNvGrpSpPr/>
          <p:nvPr/>
        </p:nvGrpSpPr>
        <p:grpSpPr>
          <a:xfrm>
            <a:off x="1979624" y="-44516"/>
            <a:ext cx="9372600" cy="6036269"/>
            <a:chOff x="1979624" y="-44516"/>
            <a:chExt cx="9372600" cy="6036269"/>
          </a:xfrm>
        </p:grpSpPr>
        <p:sp>
          <p:nvSpPr>
            <p:cNvPr id="67" name="Retângulo: Cantos Arredondados 66">
              <a:extLst>
                <a:ext uri="{FF2B5EF4-FFF2-40B4-BE49-F238E27FC236}">
                  <a16:creationId xmlns:a16="http://schemas.microsoft.com/office/drawing/2014/main" id="{A69CFCB9-B9C6-8C75-AE39-D3DDC48A5A34}"/>
                </a:ext>
              </a:extLst>
            </p:cNvPr>
            <p:cNvSpPr/>
            <p:nvPr/>
          </p:nvSpPr>
          <p:spPr>
            <a:xfrm>
              <a:off x="1979624" y="7772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grpSp>
          <p:nvGrpSpPr>
            <p:cNvPr id="68" name="Agrupar 67">
              <a:extLst>
                <a:ext uri="{FF2B5EF4-FFF2-40B4-BE49-F238E27FC236}">
                  <a16:creationId xmlns:a16="http://schemas.microsoft.com/office/drawing/2014/main" id="{083AE8C5-76B4-4856-4289-3C45CB4487D6}"/>
                </a:ext>
              </a:extLst>
            </p:cNvPr>
            <p:cNvGrpSpPr/>
            <p:nvPr/>
          </p:nvGrpSpPr>
          <p:grpSpPr>
            <a:xfrm>
              <a:off x="2601881" y="-44516"/>
              <a:ext cx="8103359" cy="5570439"/>
              <a:chOff x="2601881" y="-44516"/>
              <a:chExt cx="8103359" cy="5570439"/>
            </a:xfrm>
          </p:grpSpPr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5F27BE1E-8DEE-7E89-BB75-CA44F060A77A}"/>
                  </a:ext>
                </a:extLst>
              </p:cNvPr>
              <p:cNvSpPr txBox="1"/>
              <p:nvPr/>
            </p:nvSpPr>
            <p:spPr>
              <a:xfrm>
                <a:off x="2636210" y="-44516"/>
                <a:ext cx="5599610" cy="2400657"/>
              </a:xfrm>
              <a:prstGeom prst="rect">
                <a:avLst/>
              </a:prstGeom>
              <a:noFill/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pt-BR" sz="15000" b="1" dirty="0">
                    <a:solidFill>
                      <a:srgbClr val="D7B186"/>
                    </a:solidFill>
                    <a:latin typeface="Audio Nugget" panose="00000400000000000000" pitchFamily="2" charset="0"/>
                    <a:ea typeface="Audio Nugget" panose="00000400000000000000" pitchFamily="2" charset="0"/>
                    <a:cs typeface="Audio Nugget" panose="00000400000000000000" pitchFamily="2" charset="0"/>
                  </a:rPr>
                  <a:t>SGE</a:t>
                </a:r>
              </a:p>
            </p:txBody>
          </p:sp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C08B54BF-D89F-B9E3-5CB8-6E6CAE80C483}"/>
                  </a:ext>
                </a:extLst>
              </p:cNvPr>
              <p:cNvSpPr txBox="1"/>
              <p:nvPr/>
            </p:nvSpPr>
            <p:spPr>
              <a:xfrm>
                <a:off x="2601881" y="1710984"/>
                <a:ext cx="55082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b="1" spc="-300" dirty="0">
                    <a:solidFill>
                      <a:schemeClr val="bg1">
                        <a:lumMod val="95000"/>
                      </a:schemeClr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Sistema de Gerenciamento de Estoque</a:t>
                </a:r>
              </a:p>
            </p:txBody>
          </p:sp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C5D15C68-7CAB-8F3E-78D3-ADE9AE36F5CE}"/>
                  </a:ext>
                </a:extLst>
              </p:cNvPr>
              <p:cNvSpPr txBox="1"/>
              <p:nvPr/>
            </p:nvSpPr>
            <p:spPr>
              <a:xfrm>
                <a:off x="4748103" y="2271783"/>
                <a:ext cx="329449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2400" b="1" dirty="0">
                    <a:solidFill>
                      <a:schemeClr val="bg1">
                        <a:lumMod val="95000"/>
                      </a:schemeClr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Tabela de Conteúdos</a:t>
                </a:r>
              </a:p>
            </p:txBody>
          </p:sp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AC1215AF-E125-00FC-51EE-658EB69F8D7B}"/>
                  </a:ext>
                </a:extLst>
              </p:cNvPr>
              <p:cNvSpPr txBox="1"/>
              <p:nvPr/>
            </p:nvSpPr>
            <p:spPr>
              <a:xfrm>
                <a:off x="3200173" y="2841565"/>
                <a:ext cx="29225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Conceito geral do projeto</a:t>
                </a:r>
              </a:p>
            </p:txBody>
          </p:sp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1E0FF438-3BA4-FDE7-B4EC-01B4338B361A}"/>
                  </a:ext>
                </a:extLst>
              </p:cNvPr>
              <p:cNvSpPr txBox="1"/>
              <p:nvPr/>
            </p:nvSpPr>
            <p:spPr>
              <a:xfrm>
                <a:off x="3190848" y="3402915"/>
                <a:ext cx="26548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O que temos por agora</a:t>
                </a:r>
              </a:p>
            </p:txBody>
          </p: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348A03CA-1A07-6AB6-4F21-1BB08D887F2E}"/>
                  </a:ext>
                </a:extLst>
              </p:cNvPr>
              <p:cNvSpPr txBox="1"/>
              <p:nvPr/>
            </p:nvSpPr>
            <p:spPr>
              <a:xfrm>
                <a:off x="3190848" y="3964265"/>
                <a:ext cx="3264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O que ainda temos que fazer</a:t>
                </a:r>
              </a:p>
            </p:txBody>
          </p:sp>
          <p:sp>
            <p:nvSpPr>
              <p:cNvPr id="75" name="Fluxograma: Conector 74">
                <a:extLst>
                  <a:ext uri="{FF2B5EF4-FFF2-40B4-BE49-F238E27FC236}">
                    <a16:creationId xmlns:a16="http://schemas.microsoft.com/office/drawing/2014/main" id="{D91D8135-2D46-3B9A-F23C-620F75A7C463}"/>
                  </a:ext>
                </a:extLst>
              </p:cNvPr>
              <p:cNvSpPr/>
              <p:nvPr/>
            </p:nvSpPr>
            <p:spPr>
              <a:xfrm>
                <a:off x="2742271" y="2841565"/>
                <a:ext cx="374654" cy="376716"/>
              </a:xfrm>
              <a:prstGeom prst="flowChartConnector">
                <a:avLst/>
              </a:prstGeom>
              <a:solidFill>
                <a:srgbClr val="FFD8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6" name="Fluxograma: Conector 75">
                <a:extLst>
                  <a:ext uri="{FF2B5EF4-FFF2-40B4-BE49-F238E27FC236}">
                    <a16:creationId xmlns:a16="http://schemas.microsoft.com/office/drawing/2014/main" id="{44BC3C0A-E613-C643-737B-A85B696E6E52}"/>
                  </a:ext>
                </a:extLst>
              </p:cNvPr>
              <p:cNvSpPr/>
              <p:nvPr/>
            </p:nvSpPr>
            <p:spPr>
              <a:xfrm>
                <a:off x="2745406" y="3402915"/>
                <a:ext cx="374654" cy="376716"/>
              </a:xfrm>
              <a:prstGeom prst="flowChartConnector">
                <a:avLst/>
              </a:prstGeom>
              <a:solidFill>
                <a:srgbClr val="A1846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7" name="Fluxograma: Conector 76">
                <a:extLst>
                  <a:ext uri="{FF2B5EF4-FFF2-40B4-BE49-F238E27FC236}">
                    <a16:creationId xmlns:a16="http://schemas.microsoft.com/office/drawing/2014/main" id="{EB84676F-32EA-960B-FE29-669311C22A0E}"/>
                  </a:ext>
                </a:extLst>
              </p:cNvPr>
              <p:cNvSpPr/>
              <p:nvPr/>
            </p:nvSpPr>
            <p:spPr>
              <a:xfrm>
                <a:off x="2742271" y="3964265"/>
                <a:ext cx="374654" cy="376716"/>
              </a:xfrm>
              <a:prstGeom prst="flowChartConnector">
                <a:avLst/>
              </a:prstGeom>
              <a:solidFill>
                <a:srgbClr val="D7A4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8" name="Fluxograma: Conector 77">
                <a:extLst>
                  <a:ext uri="{FF2B5EF4-FFF2-40B4-BE49-F238E27FC236}">
                    <a16:creationId xmlns:a16="http://schemas.microsoft.com/office/drawing/2014/main" id="{0DCE2C89-813B-0B6F-41E7-A124DABFC217}"/>
                  </a:ext>
                </a:extLst>
              </p:cNvPr>
              <p:cNvSpPr/>
              <p:nvPr/>
            </p:nvSpPr>
            <p:spPr>
              <a:xfrm>
                <a:off x="2742271" y="4525615"/>
                <a:ext cx="374654" cy="376716"/>
              </a:xfrm>
              <a:prstGeom prst="flowChartConnector">
                <a:avLst/>
              </a:prstGeom>
              <a:solidFill>
                <a:srgbClr val="9268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BEFB6384-1A76-804E-8BC3-C0F12373DC23}"/>
                  </a:ext>
                </a:extLst>
              </p:cNvPr>
              <p:cNvSpPr txBox="1"/>
              <p:nvPr/>
            </p:nvSpPr>
            <p:spPr>
              <a:xfrm>
                <a:off x="3190848" y="4525615"/>
                <a:ext cx="2800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solidFill>
                      <a:schemeClr val="bg1">
                        <a:lumMod val="95000"/>
                      </a:schemeClr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Diagramação do sistema</a:t>
                </a:r>
              </a:p>
            </p:txBody>
          </p:sp>
          <p:pic>
            <p:nvPicPr>
              <p:cNvPr id="80" name="Imagem 79">
                <a:extLst>
                  <a:ext uri="{FF2B5EF4-FFF2-40B4-BE49-F238E27FC236}">
                    <a16:creationId xmlns:a16="http://schemas.microsoft.com/office/drawing/2014/main" id="{F5A9DF7C-E312-B454-AE06-B800E10B2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 amt="39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81222" y="3131253"/>
                <a:ext cx="2924018" cy="2394670"/>
              </a:xfrm>
              <a:prstGeom prst="rect">
                <a:avLst/>
              </a:prstGeom>
            </p:spPr>
          </p:pic>
        </p:grpSp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FEB1CF4B-68B5-319F-6911-DA1B6FF5CD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7BEA9A9-3C84-7B27-EA62-1A012F532443}"/>
              </a:ext>
            </a:extLst>
          </p:cNvPr>
          <p:cNvSpPr/>
          <p:nvPr/>
        </p:nvSpPr>
        <p:spPr>
          <a:xfrm>
            <a:off x="771058" y="1755500"/>
            <a:ext cx="9372600" cy="5214538"/>
          </a:xfrm>
          <a:prstGeom prst="roundRect">
            <a:avLst/>
          </a:prstGeom>
          <a:solidFill>
            <a:srgbClr val="926848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EED5FB1-4E84-653E-1C67-701F8C135D16}"/>
              </a:ext>
            </a:extLst>
          </p:cNvPr>
          <p:cNvSpPr/>
          <p:nvPr/>
        </p:nvSpPr>
        <p:spPr>
          <a:xfrm>
            <a:off x="1041633" y="1431333"/>
            <a:ext cx="9372600" cy="5214538"/>
          </a:xfrm>
          <a:prstGeom prst="roundRect">
            <a:avLst/>
          </a:prstGeom>
          <a:solidFill>
            <a:srgbClr val="D7A46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DBC05F8-F9CF-FC70-0FEA-F8B638E57F7B}"/>
              </a:ext>
            </a:extLst>
          </p:cNvPr>
          <p:cNvSpPr/>
          <p:nvPr/>
        </p:nvSpPr>
        <p:spPr>
          <a:xfrm>
            <a:off x="1312208" y="1230718"/>
            <a:ext cx="9372600" cy="5214538"/>
          </a:xfrm>
          <a:prstGeom prst="roundRect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C8545B7-568E-DEAD-BA5D-01B89438FA43}"/>
              </a:ext>
            </a:extLst>
          </p:cNvPr>
          <p:cNvSpPr/>
          <p:nvPr/>
        </p:nvSpPr>
        <p:spPr>
          <a:xfrm>
            <a:off x="1664905" y="986913"/>
            <a:ext cx="9372600" cy="5214538"/>
          </a:xfrm>
          <a:prstGeom prst="roundRect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47DFA4D-6F21-47BE-E0CC-3BF63AEBFD97}"/>
              </a:ext>
            </a:extLst>
          </p:cNvPr>
          <p:cNvSpPr/>
          <p:nvPr/>
        </p:nvSpPr>
        <p:spPr>
          <a:xfrm>
            <a:off x="1935480" y="821731"/>
            <a:ext cx="9372600" cy="5214538"/>
          </a:xfrm>
          <a:prstGeom prst="roundRect">
            <a:avLst/>
          </a:prstGeom>
          <a:solidFill>
            <a:srgbClr val="FFCC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600" b="1" dirty="0">
              <a:latin typeface="Audio Nugget" panose="00000400000000000000" pitchFamily="2" charset="0"/>
              <a:ea typeface="Audio Nugget" panose="00000400000000000000" pitchFamily="2" charset="0"/>
              <a:cs typeface="Audio Nugget" panose="00000400000000000000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6C699C8-6497-1337-994F-FA937005F355}"/>
              </a:ext>
            </a:extLst>
          </p:cNvPr>
          <p:cNvSpPr txBox="1"/>
          <p:nvPr/>
        </p:nvSpPr>
        <p:spPr>
          <a:xfrm>
            <a:off x="2592066" y="0"/>
            <a:ext cx="5599610" cy="240065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5000" b="1" dirty="0">
                <a:solidFill>
                  <a:srgbClr val="D7B186"/>
                </a:solidFill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rPr>
              <a:t>SGE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EE6F984-C864-F4E9-05F2-69F0C2224E4F}"/>
              </a:ext>
            </a:extLst>
          </p:cNvPr>
          <p:cNvSpPr txBox="1"/>
          <p:nvPr/>
        </p:nvSpPr>
        <p:spPr>
          <a:xfrm>
            <a:off x="2557737" y="1755500"/>
            <a:ext cx="55082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spc="-300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Sistema de Gerenciamento de Estoque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4041D41-761B-B890-4F0F-391A1F7B6E58}"/>
              </a:ext>
            </a:extLst>
          </p:cNvPr>
          <p:cNvSpPr txBox="1"/>
          <p:nvPr/>
        </p:nvSpPr>
        <p:spPr>
          <a:xfrm>
            <a:off x="4703959" y="2316299"/>
            <a:ext cx="3294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Tabela de Conteúdos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ACE9064-DDE3-47AE-42E4-47321E0219EE}"/>
              </a:ext>
            </a:extLst>
          </p:cNvPr>
          <p:cNvSpPr txBox="1"/>
          <p:nvPr/>
        </p:nvSpPr>
        <p:spPr>
          <a:xfrm>
            <a:off x="3156029" y="288608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Conceito geral do projeto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1BFD912-737E-F8BB-FD4F-31129220483E}"/>
              </a:ext>
            </a:extLst>
          </p:cNvPr>
          <p:cNvSpPr txBox="1"/>
          <p:nvPr/>
        </p:nvSpPr>
        <p:spPr>
          <a:xfrm>
            <a:off x="3146704" y="3447431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temos por agora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9839D0E-EA1F-EA9B-4594-EC2DC689C370}"/>
              </a:ext>
            </a:extLst>
          </p:cNvPr>
          <p:cNvSpPr txBox="1"/>
          <p:nvPr/>
        </p:nvSpPr>
        <p:spPr>
          <a:xfrm>
            <a:off x="3146704" y="4008781"/>
            <a:ext cx="32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ainda temos que fazer</a:t>
            </a:r>
          </a:p>
        </p:txBody>
      </p:sp>
      <p:sp>
        <p:nvSpPr>
          <p:cNvPr id="24" name="Fluxograma: Conector 23">
            <a:extLst>
              <a:ext uri="{FF2B5EF4-FFF2-40B4-BE49-F238E27FC236}">
                <a16:creationId xmlns:a16="http://schemas.microsoft.com/office/drawing/2014/main" id="{B0FE7E74-5033-9286-A57F-17545114DF37}"/>
              </a:ext>
            </a:extLst>
          </p:cNvPr>
          <p:cNvSpPr/>
          <p:nvPr/>
        </p:nvSpPr>
        <p:spPr>
          <a:xfrm>
            <a:off x="2698127" y="2886081"/>
            <a:ext cx="374654" cy="376716"/>
          </a:xfrm>
          <a:prstGeom prst="flowChartConnector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Fluxograma: Conector 24">
            <a:extLst>
              <a:ext uri="{FF2B5EF4-FFF2-40B4-BE49-F238E27FC236}">
                <a16:creationId xmlns:a16="http://schemas.microsoft.com/office/drawing/2014/main" id="{1E793DF3-5BF5-7A0B-A24C-82828759FEF3}"/>
              </a:ext>
            </a:extLst>
          </p:cNvPr>
          <p:cNvSpPr/>
          <p:nvPr/>
        </p:nvSpPr>
        <p:spPr>
          <a:xfrm>
            <a:off x="2701262" y="3447431"/>
            <a:ext cx="374654" cy="376716"/>
          </a:xfrm>
          <a:prstGeom prst="flowChartConnector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Fluxograma: Conector 26">
            <a:extLst>
              <a:ext uri="{FF2B5EF4-FFF2-40B4-BE49-F238E27FC236}">
                <a16:creationId xmlns:a16="http://schemas.microsoft.com/office/drawing/2014/main" id="{7663EFB1-E6EE-520E-9EAB-502759609838}"/>
              </a:ext>
            </a:extLst>
          </p:cNvPr>
          <p:cNvSpPr/>
          <p:nvPr/>
        </p:nvSpPr>
        <p:spPr>
          <a:xfrm>
            <a:off x="2698127" y="4008781"/>
            <a:ext cx="374654" cy="376716"/>
          </a:xfrm>
          <a:prstGeom prst="flowChartConnector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Fluxograma: Conector 28">
            <a:extLst>
              <a:ext uri="{FF2B5EF4-FFF2-40B4-BE49-F238E27FC236}">
                <a16:creationId xmlns:a16="http://schemas.microsoft.com/office/drawing/2014/main" id="{7BF2FB98-FF1A-4F6E-95BE-BE783CA9F816}"/>
              </a:ext>
            </a:extLst>
          </p:cNvPr>
          <p:cNvSpPr/>
          <p:nvPr/>
        </p:nvSpPr>
        <p:spPr>
          <a:xfrm>
            <a:off x="2698127" y="4570131"/>
            <a:ext cx="374654" cy="376716"/>
          </a:xfrm>
          <a:prstGeom prst="flowChartConnector">
            <a:avLst/>
          </a:prstGeom>
          <a:solidFill>
            <a:srgbClr val="926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C8CBB9B-5281-DF4E-4D54-F7E66C550332}"/>
              </a:ext>
            </a:extLst>
          </p:cNvPr>
          <p:cNvSpPr txBox="1"/>
          <p:nvPr/>
        </p:nvSpPr>
        <p:spPr>
          <a:xfrm>
            <a:off x="3146704" y="4570131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Diagramação do sistema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12EC94E8-4E28-0D5A-D86A-38FEAA7BAB7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078" y="3175769"/>
            <a:ext cx="2924018" cy="2394670"/>
          </a:xfrm>
          <a:prstGeom prst="rect">
            <a:avLst/>
          </a:prstGeom>
        </p:spPr>
      </p:pic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C2D988D2-773B-6B0E-E4D8-54B80B67963A}"/>
              </a:ext>
            </a:extLst>
          </p:cNvPr>
          <p:cNvSpPr/>
          <p:nvPr/>
        </p:nvSpPr>
        <p:spPr>
          <a:xfrm>
            <a:off x="-5320858" y="2266456"/>
            <a:ext cx="561350" cy="561350"/>
          </a:xfrm>
          <a:prstGeom prst="flowChartConnector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BBF1C3E3-1892-9D3A-A49C-E2FF3B2C1FCA}"/>
              </a:ext>
            </a:extLst>
          </p:cNvPr>
          <p:cNvSpPr/>
          <p:nvPr/>
        </p:nvSpPr>
        <p:spPr>
          <a:xfrm>
            <a:off x="-5225647" y="4289456"/>
            <a:ext cx="561350" cy="561350"/>
          </a:xfrm>
          <a:prstGeom prst="flowChartConnector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515340EF-5D25-D024-593A-5CC841A13771}"/>
              </a:ext>
            </a:extLst>
          </p:cNvPr>
          <p:cNvSpPr/>
          <p:nvPr/>
        </p:nvSpPr>
        <p:spPr>
          <a:xfrm>
            <a:off x="-5613252" y="3148325"/>
            <a:ext cx="573069" cy="561350"/>
          </a:xfrm>
          <a:prstGeom prst="flowChartConnector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09880C5-950D-DEFD-6699-E825B3B398A4}"/>
              </a:ext>
            </a:extLst>
          </p:cNvPr>
          <p:cNvSpPr txBox="1"/>
          <p:nvPr/>
        </p:nvSpPr>
        <p:spPr>
          <a:xfrm>
            <a:off x="3156029" y="288608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Conceito geral do projeto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85E4DCE-AD06-4A02-F8D6-B70A72D6368F}"/>
              </a:ext>
            </a:extLst>
          </p:cNvPr>
          <p:cNvSpPr txBox="1"/>
          <p:nvPr/>
        </p:nvSpPr>
        <p:spPr>
          <a:xfrm>
            <a:off x="3146704" y="3447431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temos por agora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277F09-DB70-36BC-9589-D0541554350F}"/>
              </a:ext>
            </a:extLst>
          </p:cNvPr>
          <p:cNvSpPr txBox="1"/>
          <p:nvPr/>
        </p:nvSpPr>
        <p:spPr>
          <a:xfrm>
            <a:off x="3146704" y="4008781"/>
            <a:ext cx="32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ainda temos que fazer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D814499-B54F-BA6E-7B37-F5E1C148CEB4}"/>
              </a:ext>
            </a:extLst>
          </p:cNvPr>
          <p:cNvSpPr/>
          <p:nvPr/>
        </p:nvSpPr>
        <p:spPr>
          <a:xfrm>
            <a:off x="-46860" y="0"/>
            <a:ext cx="12226988" cy="6858000"/>
          </a:xfrm>
          <a:prstGeom prst="rect">
            <a:avLst/>
          </a:prstGeom>
          <a:gradFill>
            <a:gsLst>
              <a:gs pos="0">
                <a:srgbClr val="926848"/>
              </a:gs>
              <a:gs pos="47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1EBE709-9E78-7E6C-03F4-9C5F99AC595D}"/>
              </a:ext>
            </a:extLst>
          </p:cNvPr>
          <p:cNvSpPr/>
          <p:nvPr/>
        </p:nvSpPr>
        <p:spPr>
          <a:xfrm>
            <a:off x="-58732" y="2400657"/>
            <a:ext cx="12250732" cy="4457343"/>
          </a:xfrm>
          <a:prstGeom prst="rect">
            <a:avLst/>
          </a:prstGeom>
          <a:solidFill>
            <a:srgbClr val="926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2748C830-9CD9-7190-B428-6DD80EF0A96A}"/>
              </a:ext>
            </a:extLst>
          </p:cNvPr>
          <p:cNvSpPr/>
          <p:nvPr/>
        </p:nvSpPr>
        <p:spPr>
          <a:xfrm rot="16200000">
            <a:off x="-3000357" y="-679695"/>
            <a:ext cx="6114985" cy="45719"/>
          </a:xfrm>
          <a:prstGeom prst="rect">
            <a:avLst/>
          </a:prstGeom>
          <a:solidFill>
            <a:srgbClr val="926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35FA308-5067-BADB-B582-F529F24DEF3F}"/>
              </a:ext>
            </a:extLst>
          </p:cNvPr>
          <p:cNvSpPr/>
          <p:nvPr/>
        </p:nvSpPr>
        <p:spPr>
          <a:xfrm rot="16200000">
            <a:off x="-3057493" y="-776047"/>
            <a:ext cx="6114985" cy="192532"/>
          </a:xfrm>
          <a:prstGeom prst="rect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A648C56-7E89-4950-96EA-12F65848D921}"/>
              </a:ext>
            </a:extLst>
          </p:cNvPr>
          <p:cNvSpPr/>
          <p:nvPr/>
        </p:nvSpPr>
        <p:spPr>
          <a:xfrm rot="5400000">
            <a:off x="9027169" y="-776046"/>
            <a:ext cx="6160874" cy="192532"/>
          </a:xfrm>
          <a:prstGeom prst="rect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80AE8F9-5C51-751B-DA14-9665346CCF6E}"/>
              </a:ext>
            </a:extLst>
          </p:cNvPr>
          <p:cNvSpPr txBox="1"/>
          <p:nvPr/>
        </p:nvSpPr>
        <p:spPr>
          <a:xfrm>
            <a:off x="2935519" y="2557257"/>
            <a:ext cx="63209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500" dirty="0">
                <a:ln w="38100" cap="flat">
                  <a:solidFill>
                    <a:srgbClr val="D7A46B"/>
                  </a:solidFill>
                  <a:prstDash val="dash"/>
                  <a:bevel/>
                </a:ln>
                <a:solidFill>
                  <a:srgbClr val="76543A">
                    <a:alpha val="61000"/>
                  </a:srgbClr>
                </a:solidFill>
                <a:latin typeface="Aptos ExtraBold" panose="020F0502020204030204" pitchFamily="34" charset="0"/>
              </a:rPr>
              <a:t>GRUPO 4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237BB28-5B5C-F1B6-E8C3-E9A6281C23AB}"/>
              </a:ext>
            </a:extLst>
          </p:cNvPr>
          <p:cNvSpPr/>
          <p:nvPr/>
        </p:nvSpPr>
        <p:spPr>
          <a:xfrm rot="540000">
            <a:off x="270669" y="3429302"/>
            <a:ext cx="2287068" cy="2935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1F40FD8-6BA0-2718-D420-0177B09D22A8}"/>
              </a:ext>
            </a:extLst>
          </p:cNvPr>
          <p:cNvSpPr txBox="1"/>
          <p:nvPr/>
        </p:nvSpPr>
        <p:spPr>
          <a:xfrm rot="540000">
            <a:off x="1003127" y="3950332"/>
            <a:ext cx="1146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Aline A.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EA9346E-E55C-876E-D6CE-D1A11FA065A4}"/>
              </a:ext>
            </a:extLst>
          </p:cNvPr>
          <p:cNvSpPr txBox="1"/>
          <p:nvPr/>
        </p:nvSpPr>
        <p:spPr>
          <a:xfrm rot="540000">
            <a:off x="666272" y="4287145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solidFill>
                  <a:srgbClr val="3300EE"/>
                </a:solidFill>
                <a:latin typeface="Fairwater Script" panose="02000507000000020003" pitchFamily="2" charset="0"/>
              </a:rPr>
              <a:t>Daphinne</a:t>
            </a:r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 B.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4379AD6-2915-3352-4C7E-6125D80ABD61}"/>
              </a:ext>
            </a:extLst>
          </p:cNvPr>
          <p:cNvSpPr txBox="1"/>
          <p:nvPr/>
        </p:nvSpPr>
        <p:spPr>
          <a:xfrm rot="540000">
            <a:off x="746756" y="4693492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solidFill>
                  <a:srgbClr val="3300EE"/>
                </a:solidFill>
                <a:latin typeface="Fairwater Script" panose="02000507000000020003" pitchFamily="2" charset="0"/>
              </a:rPr>
              <a:t>Gabryel</a:t>
            </a:r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 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C73001F-577E-8828-596D-A35F459703DA}"/>
              </a:ext>
            </a:extLst>
          </p:cNvPr>
          <p:cNvSpPr txBox="1"/>
          <p:nvPr/>
        </p:nvSpPr>
        <p:spPr>
          <a:xfrm rot="540000">
            <a:off x="532456" y="5110711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Hadassa A.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AD37BBD-727D-E2C0-1B8D-4C68DAFAE523}"/>
              </a:ext>
            </a:extLst>
          </p:cNvPr>
          <p:cNvSpPr txBox="1"/>
          <p:nvPr/>
        </p:nvSpPr>
        <p:spPr>
          <a:xfrm rot="540000">
            <a:off x="589279" y="5510963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Maria S.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2E77A67-93A5-23CA-09A2-C8522BA67C9E}"/>
              </a:ext>
            </a:extLst>
          </p:cNvPr>
          <p:cNvSpPr txBox="1"/>
          <p:nvPr/>
        </p:nvSpPr>
        <p:spPr>
          <a:xfrm rot="540000">
            <a:off x="508944" y="5883321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Renato S.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668165C-BD89-9337-11BF-80A2A5FC4F65}"/>
              </a:ext>
            </a:extLst>
          </p:cNvPr>
          <p:cNvSpPr txBox="1"/>
          <p:nvPr/>
        </p:nvSpPr>
        <p:spPr>
          <a:xfrm rot="540000">
            <a:off x="906182" y="3529596"/>
            <a:ext cx="1361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Posterama" panose="020B0504020200020000" pitchFamily="34" charset="0"/>
                <a:cs typeface="Posterama" panose="020B0504020200020000" pitchFamily="34" charset="0"/>
              </a:rPr>
              <a:t>AUTORES</a:t>
            </a:r>
          </a:p>
        </p:txBody>
      </p:sp>
    </p:spTree>
    <p:extLst>
      <p:ext uri="{BB962C8B-B14F-4D97-AF65-F5344CB8AC3E}">
        <p14:creationId xmlns:p14="http://schemas.microsoft.com/office/powerpoint/2010/main" val="16086845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2912B06B-099B-4515-2F0F-8597946BB1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147A6E3F-7890-0382-CD0B-875E26316FC9}"/>
              </a:ext>
            </a:extLst>
          </p:cNvPr>
          <p:cNvGrpSpPr/>
          <p:nvPr/>
        </p:nvGrpSpPr>
        <p:grpSpPr>
          <a:xfrm>
            <a:off x="-7589429" y="-6290198"/>
            <a:ext cx="9372600" cy="6036269"/>
            <a:chOff x="2132024" y="107884"/>
            <a:chExt cx="9372600" cy="6036269"/>
          </a:xfrm>
        </p:grpSpPr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1DC498FA-72D0-58A0-8FEF-6B5D914D2F39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94347A97-B9C1-7336-F51B-74E6C5AAACE8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1025" name="CaixaDeTexto 1024">
              <a:extLst>
                <a:ext uri="{FF2B5EF4-FFF2-40B4-BE49-F238E27FC236}">
                  <a16:creationId xmlns:a16="http://schemas.microsoft.com/office/drawing/2014/main" id="{38E55903-9547-576E-2C5E-B58DCAE15513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1027" name="CaixaDeTexto 1026">
              <a:extLst>
                <a:ext uri="{FF2B5EF4-FFF2-40B4-BE49-F238E27FC236}">
                  <a16:creationId xmlns:a16="http://schemas.microsoft.com/office/drawing/2014/main" id="{50EAA018-4EA3-C498-8D97-347E77483DAE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1029" name="CaixaDeTexto 1028">
              <a:extLst>
                <a:ext uri="{FF2B5EF4-FFF2-40B4-BE49-F238E27FC236}">
                  <a16:creationId xmlns:a16="http://schemas.microsoft.com/office/drawing/2014/main" id="{8E84C81C-6D09-CC43-169A-45E616A6FE72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40455109-0C41-5CDC-7FD2-69C793459BD6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1032" name="CaixaDeTexto 1031">
              <a:extLst>
                <a:ext uri="{FF2B5EF4-FFF2-40B4-BE49-F238E27FC236}">
                  <a16:creationId xmlns:a16="http://schemas.microsoft.com/office/drawing/2014/main" id="{2AD9261F-73FD-6A5F-2D26-FA2A0DA6176D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1033" name="Fluxograma: Conector 1032">
              <a:extLst>
                <a:ext uri="{FF2B5EF4-FFF2-40B4-BE49-F238E27FC236}">
                  <a16:creationId xmlns:a16="http://schemas.microsoft.com/office/drawing/2014/main" id="{9AAF7798-9E5B-3FF0-E103-38E353C91E08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4" name="Fluxograma: Conector 1033">
              <a:extLst>
                <a:ext uri="{FF2B5EF4-FFF2-40B4-BE49-F238E27FC236}">
                  <a16:creationId xmlns:a16="http://schemas.microsoft.com/office/drawing/2014/main" id="{0AE1B557-1543-9641-B3B6-854B1AA460AE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5" name="Fluxograma: Conector 1034">
              <a:extLst>
                <a:ext uri="{FF2B5EF4-FFF2-40B4-BE49-F238E27FC236}">
                  <a16:creationId xmlns:a16="http://schemas.microsoft.com/office/drawing/2014/main" id="{104CFBA6-0509-A667-3C66-97338154DE60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6" name="Fluxograma: Conector 1035">
              <a:extLst>
                <a:ext uri="{FF2B5EF4-FFF2-40B4-BE49-F238E27FC236}">
                  <a16:creationId xmlns:a16="http://schemas.microsoft.com/office/drawing/2014/main" id="{82410FDF-85B8-54C6-9C63-6305ED0CDCBD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A22ADBA8-61FC-E3C0-4EF2-B843DC520DF7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1038" name="Imagem 1037">
              <a:extLst>
                <a:ext uri="{FF2B5EF4-FFF2-40B4-BE49-F238E27FC236}">
                  <a16:creationId xmlns:a16="http://schemas.microsoft.com/office/drawing/2014/main" id="{C23C9E6B-166A-53D0-4BEB-6D0F75E7E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6B69FA54-9981-8C71-7BDA-AED0698697CE}"/>
              </a:ext>
            </a:extLst>
          </p:cNvPr>
          <p:cNvSpPr/>
          <p:nvPr/>
        </p:nvSpPr>
        <p:spPr>
          <a:xfrm>
            <a:off x="-5320858" y="2266456"/>
            <a:ext cx="561350" cy="561350"/>
          </a:xfrm>
          <a:prstGeom prst="flowChartConnector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0608AC88-296A-E08C-3B35-D3E85D4B0B99}"/>
              </a:ext>
            </a:extLst>
          </p:cNvPr>
          <p:cNvSpPr/>
          <p:nvPr/>
        </p:nvSpPr>
        <p:spPr>
          <a:xfrm>
            <a:off x="-4076524" y="4991457"/>
            <a:ext cx="561350" cy="561350"/>
          </a:xfrm>
          <a:prstGeom prst="flowChartConnector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10DC6B3C-7F10-60DE-0FE6-47AB43D1B03F}"/>
              </a:ext>
            </a:extLst>
          </p:cNvPr>
          <p:cNvSpPr/>
          <p:nvPr/>
        </p:nvSpPr>
        <p:spPr>
          <a:xfrm>
            <a:off x="-5613252" y="3148325"/>
            <a:ext cx="573069" cy="561350"/>
          </a:xfrm>
          <a:prstGeom prst="flowChartConnector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1A2EA18-9591-F534-F91F-F02CC8045E06}"/>
              </a:ext>
            </a:extLst>
          </p:cNvPr>
          <p:cNvSpPr txBox="1"/>
          <p:nvPr/>
        </p:nvSpPr>
        <p:spPr>
          <a:xfrm>
            <a:off x="3214761" y="15047669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Conceito geral do projeto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EA2F0244-4C9C-41BE-53FD-6028622016DB}"/>
              </a:ext>
            </a:extLst>
          </p:cNvPr>
          <p:cNvSpPr txBox="1"/>
          <p:nvPr/>
        </p:nvSpPr>
        <p:spPr>
          <a:xfrm>
            <a:off x="3205436" y="15609019"/>
            <a:ext cx="2654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temos por agora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1FE46AD-C371-15B3-C57E-0190EFAAF617}"/>
              </a:ext>
            </a:extLst>
          </p:cNvPr>
          <p:cNvSpPr txBox="1"/>
          <p:nvPr/>
        </p:nvSpPr>
        <p:spPr>
          <a:xfrm>
            <a:off x="3205436" y="16170369"/>
            <a:ext cx="3264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O que ainda temos que fazer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35F79317-4EDF-AB0D-82FE-57880A7709FD}"/>
              </a:ext>
            </a:extLst>
          </p:cNvPr>
          <p:cNvSpPr/>
          <p:nvPr/>
        </p:nvSpPr>
        <p:spPr>
          <a:xfrm>
            <a:off x="11872" y="12161588"/>
            <a:ext cx="12226988" cy="6858000"/>
          </a:xfrm>
          <a:prstGeom prst="rect">
            <a:avLst/>
          </a:prstGeom>
          <a:gradFill>
            <a:gsLst>
              <a:gs pos="0">
                <a:srgbClr val="926848"/>
              </a:gs>
              <a:gs pos="47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CABA4DA5-468E-13D9-0B80-0FDC18B72A3D}"/>
              </a:ext>
            </a:extLst>
          </p:cNvPr>
          <p:cNvSpPr/>
          <p:nvPr/>
        </p:nvSpPr>
        <p:spPr>
          <a:xfrm>
            <a:off x="0" y="14562245"/>
            <a:ext cx="12250732" cy="4457343"/>
          </a:xfrm>
          <a:prstGeom prst="rect">
            <a:avLst/>
          </a:prstGeom>
          <a:solidFill>
            <a:srgbClr val="926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7E0DE78A-F4EA-36C5-1CC9-7BA073F959EB}"/>
              </a:ext>
            </a:extLst>
          </p:cNvPr>
          <p:cNvSpPr/>
          <p:nvPr/>
        </p:nvSpPr>
        <p:spPr>
          <a:xfrm rot="16200000">
            <a:off x="-2941625" y="11481893"/>
            <a:ext cx="6114985" cy="45719"/>
          </a:xfrm>
          <a:prstGeom prst="rect">
            <a:avLst/>
          </a:prstGeom>
          <a:solidFill>
            <a:srgbClr val="926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5F3B4CC3-BD50-139E-B9FA-92CFFB984553}"/>
              </a:ext>
            </a:extLst>
          </p:cNvPr>
          <p:cNvSpPr/>
          <p:nvPr/>
        </p:nvSpPr>
        <p:spPr>
          <a:xfrm rot="16200000">
            <a:off x="-2998761" y="11385541"/>
            <a:ext cx="6114985" cy="192532"/>
          </a:xfrm>
          <a:prstGeom prst="rect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DD73A342-1BD6-C489-D3BB-FD385614D3DA}"/>
              </a:ext>
            </a:extLst>
          </p:cNvPr>
          <p:cNvSpPr/>
          <p:nvPr/>
        </p:nvSpPr>
        <p:spPr>
          <a:xfrm rot="5400000">
            <a:off x="9085901" y="11385542"/>
            <a:ext cx="6160874" cy="192532"/>
          </a:xfrm>
          <a:prstGeom prst="rect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72CE7D5F-95EB-6FFD-AFBE-EC41FA474AC2}"/>
              </a:ext>
            </a:extLst>
          </p:cNvPr>
          <p:cNvSpPr txBox="1"/>
          <p:nvPr/>
        </p:nvSpPr>
        <p:spPr>
          <a:xfrm>
            <a:off x="2994251" y="14718845"/>
            <a:ext cx="632096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500" dirty="0">
                <a:ln w="38100" cap="flat">
                  <a:solidFill>
                    <a:srgbClr val="D7A46B"/>
                  </a:solidFill>
                  <a:prstDash val="dash"/>
                  <a:bevel/>
                </a:ln>
                <a:solidFill>
                  <a:srgbClr val="76543A">
                    <a:alpha val="61000"/>
                  </a:srgbClr>
                </a:solidFill>
                <a:latin typeface="Aptos ExtraBold" panose="020F0502020204030204" pitchFamily="34" charset="0"/>
              </a:rPr>
              <a:t>GRUPO 4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28ECC1F4-6880-70AB-CEE3-F24EF04F5BB6}"/>
              </a:ext>
            </a:extLst>
          </p:cNvPr>
          <p:cNvSpPr/>
          <p:nvPr/>
        </p:nvSpPr>
        <p:spPr>
          <a:xfrm rot="540000">
            <a:off x="329401" y="15590890"/>
            <a:ext cx="2287068" cy="29352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CEFFAD1-148E-DC2B-67A1-A8C0DE303B80}"/>
              </a:ext>
            </a:extLst>
          </p:cNvPr>
          <p:cNvSpPr txBox="1"/>
          <p:nvPr/>
        </p:nvSpPr>
        <p:spPr>
          <a:xfrm rot="540000">
            <a:off x="1061859" y="16111920"/>
            <a:ext cx="1146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Aline A.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B28A679-C730-26A6-C0C2-C4F1F22327D3}"/>
              </a:ext>
            </a:extLst>
          </p:cNvPr>
          <p:cNvSpPr txBox="1"/>
          <p:nvPr/>
        </p:nvSpPr>
        <p:spPr>
          <a:xfrm rot="540000">
            <a:off x="725004" y="16448733"/>
            <a:ext cx="1701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solidFill>
                  <a:srgbClr val="3300EE"/>
                </a:solidFill>
                <a:latin typeface="Fairwater Script" panose="02000507000000020003" pitchFamily="2" charset="0"/>
              </a:rPr>
              <a:t>Daphinne</a:t>
            </a:r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 B.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A9F14AE-8D3F-5A7C-94A4-334D8C8FD2F5}"/>
              </a:ext>
            </a:extLst>
          </p:cNvPr>
          <p:cNvSpPr txBox="1"/>
          <p:nvPr/>
        </p:nvSpPr>
        <p:spPr>
          <a:xfrm rot="540000">
            <a:off x="805488" y="16855080"/>
            <a:ext cx="13580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err="1">
                <a:solidFill>
                  <a:srgbClr val="3300EE"/>
                </a:solidFill>
                <a:latin typeface="Fairwater Script" panose="02000507000000020003" pitchFamily="2" charset="0"/>
              </a:rPr>
              <a:t>Gabryel</a:t>
            </a:r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 S.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2CACD3BA-082C-3FEB-A76F-515D9542B42B}"/>
              </a:ext>
            </a:extLst>
          </p:cNvPr>
          <p:cNvSpPr txBox="1"/>
          <p:nvPr/>
        </p:nvSpPr>
        <p:spPr>
          <a:xfrm rot="540000">
            <a:off x="591188" y="17272299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Hadassa A.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803BBAF-5BE6-47DC-E18D-6EFD3B5AE9E5}"/>
              </a:ext>
            </a:extLst>
          </p:cNvPr>
          <p:cNvSpPr txBox="1"/>
          <p:nvPr/>
        </p:nvSpPr>
        <p:spPr>
          <a:xfrm rot="540000">
            <a:off x="648011" y="17672551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Maria S.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216F71E4-3D33-C591-95B3-B5F9CFF7062C}"/>
              </a:ext>
            </a:extLst>
          </p:cNvPr>
          <p:cNvSpPr txBox="1"/>
          <p:nvPr/>
        </p:nvSpPr>
        <p:spPr>
          <a:xfrm rot="540000">
            <a:off x="567676" y="18044909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3300EE"/>
                </a:solidFill>
                <a:latin typeface="Fairwater Script" panose="02000507000000020003" pitchFamily="2" charset="0"/>
              </a:rPr>
              <a:t>Renato S.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5D671028-7F69-0FF4-9580-3A4676C8DAD6}"/>
              </a:ext>
            </a:extLst>
          </p:cNvPr>
          <p:cNvSpPr txBox="1"/>
          <p:nvPr/>
        </p:nvSpPr>
        <p:spPr>
          <a:xfrm rot="540000">
            <a:off x="964914" y="15691184"/>
            <a:ext cx="1361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Posterama" panose="020B0504020200020000" pitchFamily="34" charset="0"/>
                <a:cs typeface="Posterama" panose="020B0504020200020000" pitchFamily="34" charset="0"/>
              </a:rPr>
              <a:t>AUTORES</a:t>
            </a:r>
          </a:p>
        </p:txBody>
      </p: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67BD8C37-828A-8E32-B136-AA59522E13B5}"/>
              </a:ext>
            </a:extLst>
          </p:cNvPr>
          <p:cNvGrpSpPr/>
          <p:nvPr/>
        </p:nvGrpSpPr>
        <p:grpSpPr>
          <a:xfrm>
            <a:off x="595589" y="1704879"/>
            <a:ext cx="9372600" cy="5214538"/>
            <a:chOff x="16191575" y="5991753"/>
            <a:chExt cx="9372600" cy="5214538"/>
          </a:xfrm>
        </p:grpSpPr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EA900E7E-397C-D677-06C2-9B74EFFFE180}"/>
                </a:ext>
              </a:extLst>
            </p:cNvPr>
            <p:cNvSpPr/>
            <p:nvPr/>
          </p:nvSpPr>
          <p:spPr>
            <a:xfrm>
              <a:off x="16191575" y="5991753"/>
              <a:ext cx="9372600" cy="5214538"/>
            </a:xfrm>
            <a:prstGeom prst="roundRect">
              <a:avLst/>
            </a:prstGeom>
            <a:solidFill>
              <a:srgbClr val="926848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9C98693-1C0A-FA6F-A6F3-7FBA7AB631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0745" y="6701669"/>
              <a:ext cx="3198661" cy="369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DA913E89-BF8F-AE1A-269C-48E79AAAB5D0}"/>
                </a:ext>
              </a:extLst>
            </p:cNvPr>
            <p:cNvSpPr txBox="1"/>
            <p:nvPr/>
          </p:nvSpPr>
          <p:spPr>
            <a:xfrm>
              <a:off x="18020796" y="10373278"/>
              <a:ext cx="1590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Caso de uso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5814EA4-A25D-0878-D6FB-1B6E67EF0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2762" y="8447260"/>
              <a:ext cx="3564422" cy="2346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41A22B1E-C384-A3A2-5ACF-84CCD136AFC3}"/>
                </a:ext>
              </a:extLst>
            </p:cNvPr>
            <p:cNvSpPr txBox="1"/>
            <p:nvPr/>
          </p:nvSpPr>
          <p:spPr>
            <a:xfrm>
              <a:off x="22445047" y="10109036"/>
              <a:ext cx="2536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classes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82F16871-60E8-0F4A-1B49-2974476B8C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8575" y="6729268"/>
              <a:ext cx="4136877" cy="151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87BA0DDA-3598-27CF-E2A0-B821A0ADA8C3}"/>
                </a:ext>
              </a:extLst>
            </p:cNvPr>
            <p:cNvSpPr txBox="1"/>
            <p:nvPr/>
          </p:nvSpPr>
          <p:spPr>
            <a:xfrm>
              <a:off x="22445047" y="7924307"/>
              <a:ext cx="2816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n w="3175">
                    <a:solidFill>
                      <a:srgbClr val="76543A"/>
                    </a:solidFill>
                  </a:ln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atividade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28237D51-2E95-A3BE-8450-6AEA67D8EA8F}"/>
                </a:ext>
              </a:extLst>
            </p:cNvPr>
            <p:cNvSpPr txBox="1"/>
            <p:nvPr/>
          </p:nvSpPr>
          <p:spPr>
            <a:xfrm>
              <a:off x="19386920" y="6099488"/>
              <a:ext cx="29819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spc="300" dirty="0">
                  <a:solidFill>
                    <a:schemeClr val="bg1"/>
                  </a:solidFill>
                  <a:latin typeface="Impact" panose="020B0806030902050204" pitchFamily="34" charset="0"/>
                </a:rPr>
                <a:t>DIAGRAMAÇÃO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68788662-4B5C-0DDE-73AC-06A01A1C05CC}"/>
              </a:ext>
            </a:extLst>
          </p:cNvPr>
          <p:cNvGrpSpPr/>
          <p:nvPr/>
        </p:nvGrpSpPr>
        <p:grpSpPr>
          <a:xfrm>
            <a:off x="930077" y="1435880"/>
            <a:ext cx="9372600" cy="5214538"/>
            <a:chOff x="16176143" y="66637"/>
            <a:chExt cx="9372600" cy="5214538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F2D6C963-C7F1-600B-C841-1EB324B36B90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80395858-B6B8-40EF-5237-38770DF117FA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11" name="Imagem 110">
              <a:extLst>
                <a:ext uri="{FF2B5EF4-FFF2-40B4-BE49-F238E27FC236}">
                  <a16:creationId xmlns:a16="http://schemas.microsoft.com/office/drawing/2014/main" id="{7D800C5D-76DE-E94A-BEF2-2A5867030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3FA20D9C-335B-9AAA-AD4B-302CC7F1B5E3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4860F8F-9EEA-BC7D-2420-53754488A2E0}"/>
              </a:ext>
            </a:extLst>
          </p:cNvPr>
          <p:cNvGrpSpPr/>
          <p:nvPr/>
        </p:nvGrpSpPr>
        <p:grpSpPr>
          <a:xfrm>
            <a:off x="1302196" y="1130844"/>
            <a:ext cx="9372600" cy="5214538"/>
            <a:chOff x="16191575" y="-6074619"/>
            <a:chExt cx="9372600" cy="5214538"/>
          </a:xfrm>
        </p:grpSpPr>
        <p:sp>
          <p:nvSpPr>
            <p:cNvPr id="108" name="Retângulo: Cantos Arredondados 107">
              <a:extLst>
                <a:ext uri="{FF2B5EF4-FFF2-40B4-BE49-F238E27FC236}">
                  <a16:creationId xmlns:a16="http://schemas.microsoft.com/office/drawing/2014/main" id="{14799EC5-3E22-06C0-1E76-C02C6668B609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14C3D28F-B038-2122-BC2C-AA77B4733C76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13" name="Imagem 112">
              <a:extLst>
                <a:ext uri="{FF2B5EF4-FFF2-40B4-BE49-F238E27FC236}">
                  <a16:creationId xmlns:a16="http://schemas.microsoft.com/office/drawing/2014/main" id="{FAB77F6F-CCFC-9D98-CC7F-4D40F4419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698B993D-6A05-BC49-BA96-5B83C60AE4D1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BBA3AD8E-13D4-E400-E4F5-0A71C01AE9E6}"/>
              </a:ext>
            </a:extLst>
          </p:cNvPr>
          <p:cNvGrpSpPr/>
          <p:nvPr/>
        </p:nvGrpSpPr>
        <p:grpSpPr>
          <a:xfrm>
            <a:off x="1783171" y="786468"/>
            <a:ext cx="9372600" cy="5214538"/>
            <a:chOff x="2138181" y="685958"/>
            <a:chExt cx="9372600" cy="5214538"/>
          </a:xfrm>
        </p:grpSpPr>
        <p:sp>
          <p:nvSpPr>
            <p:cNvPr id="105" name="Retângulo: Cantos Arredondados 104">
              <a:extLst>
                <a:ext uri="{FF2B5EF4-FFF2-40B4-BE49-F238E27FC236}">
                  <a16:creationId xmlns:a16="http://schemas.microsoft.com/office/drawing/2014/main" id="{313669FA-C690-F551-847E-075218E65F23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6" name="CaixaDeTexto 105">
              <a:extLst>
                <a:ext uri="{FF2B5EF4-FFF2-40B4-BE49-F238E27FC236}">
                  <a16:creationId xmlns:a16="http://schemas.microsoft.com/office/drawing/2014/main" id="{06DBF379-13F9-461C-7B6A-4D1F1138D9F3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EE9142E3-0101-76B7-CB20-438C27ABD629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7DE4F9F3-76CA-CAB6-AA23-E5BBD1CC3A7C}"/>
              </a:ext>
            </a:extLst>
          </p:cNvPr>
          <p:cNvGrpSpPr/>
          <p:nvPr/>
        </p:nvGrpSpPr>
        <p:grpSpPr>
          <a:xfrm>
            <a:off x="2137898" y="-310116"/>
            <a:ext cx="9372600" cy="6036269"/>
            <a:chOff x="2132024" y="107884"/>
            <a:chExt cx="9372600" cy="6036269"/>
          </a:xfrm>
        </p:grpSpPr>
        <p:sp>
          <p:nvSpPr>
            <p:cNvPr id="78" name="Retângulo: Cantos Arredondados 77">
              <a:extLst>
                <a:ext uri="{FF2B5EF4-FFF2-40B4-BE49-F238E27FC236}">
                  <a16:creationId xmlns:a16="http://schemas.microsoft.com/office/drawing/2014/main" id="{8222F1F4-EAD6-1598-E7C8-E363248D3502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073284BD-F122-5099-A923-A391DAB17346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2555BF6A-D50A-97E8-0D62-8AAD129E8FE2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C827B4D8-2B2F-5BAC-C66D-B522BDB25B6E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FA518964-3BA4-661D-504D-CEEE0C8C0082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FFE3CB5D-DC30-BD4F-E222-7F3CD96661EB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E6C3F3C1-9DD7-3628-CFFF-ABC08359BBFE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85" name="Fluxograma: Conector 84">
              <a:extLst>
                <a:ext uri="{FF2B5EF4-FFF2-40B4-BE49-F238E27FC236}">
                  <a16:creationId xmlns:a16="http://schemas.microsoft.com/office/drawing/2014/main" id="{6EE246E1-2190-BB7F-8290-8BAF0E18C1A1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Fluxograma: Conector 85">
              <a:extLst>
                <a:ext uri="{FF2B5EF4-FFF2-40B4-BE49-F238E27FC236}">
                  <a16:creationId xmlns:a16="http://schemas.microsoft.com/office/drawing/2014/main" id="{551E5023-09E3-5CF6-99E8-995EA59A0A29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Fluxograma: Conector 86">
              <a:extLst>
                <a:ext uri="{FF2B5EF4-FFF2-40B4-BE49-F238E27FC236}">
                  <a16:creationId xmlns:a16="http://schemas.microsoft.com/office/drawing/2014/main" id="{00256C87-43D8-BBD4-A405-82CBE51ECB77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Fluxograma: Conector 87">
              <a:extLst>
                <a:ext uri="{FF2B5EF4-FFF2-40B4-BE49-F238E27FC236}">
                  <a16:creationId xmlns:a16="http://schemas.microsoft.com/office/drawing/2014/main" id="{FD676FC9-69FD-875A-3AD3-445C716C7169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179A1450-1566-86F8-DB1B-28A85E942915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90" name="Imagem 89">
              <a:extLst>
                <a:ext uri="{FF2B5EF4-FFF2-40B4-BE49-F238E27FC236}">
                  <a16:creationId xmlns:a16="http://schemas.microsoft.com/office/drawing/2014/main" id="{309508A6-FE38-1404-B24C-A3C20AE4D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7186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A380-8441-4E77-6672-8DD06F46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D475FEE-7592-0321-2AB2-F353A7932D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A3E69D8-2D5A-D9DC-237A-7193AD05B0C2}"/>
              </a:ext>
            </a:extLst>
          </p:cNvPr>
          <p:cNvGrpSpPr/>
          <p:nvPr/>
        </p:nvGrpSpPr>
        <p:grpSpPr>
          <a:xfrm>
            <a:off x="-6377718" y="-6402876"/>
            <a:ext cx="9372600" cy="5214538"/>
            <a:chOff x="2138181" y="685958"/>
            <a:chExt cx="9372600" cy="5214538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383A846A-4A57-F80D-108B-20CDCF4CB141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1BBDBC71-3DC5-4DC5-0BEB-5D160C0512E2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C059222A-B6E9-E9DF-4ACF-E334AF2DFF24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EA72BA10-FADD-B6D2-4268-CFB9DFA9E4C1}"/>
              </a:ext>
            </a:extLst>
          </p:cNvPr>
          <p:cNvGrpSpPr/>
          <p:nvPr/>
        </p:nvGrpSpPr>
        <p:grpSpPr>
          <a:xfrm>
            <a:off x="703132" y="864430"/>
            <a:ext cx="9372600" cy="6036269"/>
            <a:chOff x="2132024" y="107884"/>
            <a:chExt cx="9372600" cy="6036269"/>
          </a:xfrm>
        </p:grpSpPr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FE267230-075E-E330-3BC6-A0725D7EEDA3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C7461E58-B508-130B-406E-A9216E670AF3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1025" name="CaixaDeTexto 1024">
              <a:extLst>
                <a:ext uri="{FF2B5EF4-FFF2-40B4-BE49-F238E27FC236}">
                  <a16:creationId xmlns:a16="http://schemas.microsoft.com/office/drawing/2014/main" id="{F165CB8A-1B90-60D8-9AD6-09A4B1404D16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1027" name="CaixaDeTexto 1026">
              <a:extLst>
                <a:ext uri="{FF2B5EF4-FFF2-40B4-BE49-F238E27FC236}">
                  <a16:creationId xmlns:a16="http://schemas.microsoft.com/office/drawing/2014/main" id="{C0A34CDC-D34F-AD4C-1C6E-9034D1D98218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1029" name="CaixaDeTexto 1028">
              <a:extLst>
                <a:ext uri="{FF2B5EF4-FFF2-40B4-BE49-F238E27FC236}">
                  <a16:creationId xmlns:a16="http://schemas.microsoft.com/office/drawing/2014/main" id="{CF5716B3-EE35-CF19-01C5-9DA4F0CED8CE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DED9D7F1-B191-2AFC-07BD-AFA6F1400903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1032" name="CaixaDeTexto 1031">
              <a:extLst>
                <a:ext uri="{FF2B5EF4-FFF2-40B4-BE49-F238E27FC236}">
                  <a16:creationId xmlns:a16="http://schemas.microsoft.com/office/drawing/2014/main" id="{93311F8D-81ED-E09A-281B-AC08985EB0FA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1033" name="Fluxograma: Conector 1032">
              <a:extLst>
                <a:ext uri="{FF2B5EF4-FFF2-40B4-BE49-F238E27FC236}">
                  <a16:creationId xmlns:a16="http://schemas.microsoft.com/office/drawing/2014/main" id="{D801C7C5-25E9-4424-9545-69A6527F55D9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4" name="Fluxograma: Conector 1033">
              <a:extLst>
                <a:ext uri="{FF2B5EF4-FFF2-40B4-BE49-F238E27FC236}">
                  <a16:creationId xmlns:a16="http://schemas.microsoft.com/office/drawing/2014/main" id="{74FC1DDC-4EEE-9CF6-3E0B-057EECDE6BE5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5" name="Fluxograma: Conector 1034">
              <a:extLst>
                <a:ext uri="{FF2B5EF4-FFF2-40B4-BE49-F238E27FC236}">
                  <a16:creationId xmlns:a16="http://schemas.microsoft.com/office/drawing/2014/main" id="{484C09CF-029C-392C-7899-1FC0B8E6269B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6" name="Fluxograma: Conector 1035">
              <a:extLst>
                <a:ext uri="{FF2B5EF4-FFF2-40B4-BE49-F238E27FC236}">
                  <a16:creationId xmlns:a16="http://schemas.microsoft.com/office/drawing/2014/main" id="{DA40633C-7F71-8F96-E94F-CADC065BC6A0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50CE2196-58BD-DA44-1E60-D8C4E845D704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1038" name="Imagem 1037">
              <a:extLst>
                <a:ext uri="{FF2B5EF4-FFF2-40B4-BE49-F238E27FC236}">
                  <a16:creationId xmlns:a16="http://schemas.microsoft.com/office/drawing/2014/main" id="{F2B4C31E-64AF-421A-8286-3173D1E2A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0E6788BF-EA1F-441C-7F08-A233E6D80315}"/>
              </a:ext>
            </a:extLst>
          </p:cNvPr>
          <p:cNvSpPr/>
          <p:nvPr/>
        </p:nvSpPr>
        <p:spPr>
          <a:xfrm>
            <a:off x="-5320858" y="2266456"/>
            <a:ext cx="561350" cy="561350"/>
          </a:xfrm>
          <a:prstGeom prst="flowChartConnector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139F7740-1439-4B09-A797-B57C75FD71AF}"/>
              </a:ext>
            </a:extLst>
          </p:cNvPr>
          <p:cNvSpPr/>
          <p:nvPr/>
        </p:nvSpPr>
        <p:spPr>
          <a:xfrm>
            <a:off x="-4076524" y="4991457"/>
            <a:ext cx="561350" cy="561350"/>
          </a:xfrm>
          <a:prstGeom prst="flowChartConnector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454ECAE8-14BF-5BF1-FBAF-CDC475BBE508}"/>
              </a:ext>
            </a:extLst>
          </p:cNvPr>
          <p:cNvSpPr/>
          <p:nvPr/>
        </p:nvSpPr>
        <p:spPr>
          <a:xfrm>
            <a:off x="-5613252" y="3148325"/>
            <a:ext cx="573069" cy="561350"/>
          </a:xfrm>
          <a:prstGeom prst="flowChartConnector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6530CAA1-67DB-B12A-1DF5-121480831AA7}"/>
              </a:ext>
            </a:extLst>
          </p:cNvPr>
          <p:cNvGrpSpPr/>
          <p:nvPr/>
        </p:nvGrpSpPr>
        <p:grpSpPr>
          <a:xfrm>
            <a:off x="1037620" y="1441464"/>
            <a:ext cx="9372600" cy="5214538"/>
            <a:chOff x="16191575" y="5991753"/>
            <a:chExt cx="9372600" cy="5214538"/>
          </a:xfrm>
        </p:grpSpPr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82B5DF38-886F-9A97-2D61-1AD2C49167EA}"/>
                </a:ext>
              </a:extLst>
            </p:cNvPr>
            <p:cNvSpPr/>
            <p:nvPr/>
          </p:nvSpPr>
          <p:spPr>
            <a:xfrm>
              <a:off x="16191575" y="5991753"/>
              <a:ext cx="9372600" cy="5214538"/>
            </a:xfrm>
            <a:prstGeom prst="roundRect">
              <a:avLst/>
            </a:prstGeom>
            <a:solidFill>
              <a:srgbClr val="926848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7EDEE52-C133-09DD-FED5-3410151EA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0745" y="6701669"/>
              <a:ext cx="3198661" cy="369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8123823B-ABA4-28B8-4567-36C0F437ADDF}"/>
                </a:ext>
              </a:extLst>
            </p:cNvPr>
            <p:cNvSpPr txBox="1"/>
            <p:nvPr/>
          </p:nvSpPr>
          <p:spPr>
            <a:xfrm>
              <a:off x="18020796" y="10373278"/>
              <a:ext cx="1590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Caso de uso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E4B32B91-23C0-38F0-8F29-C61DE23BEF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2762" y="8447260"/>
              <a:ext cx="3564422" cy="2346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CE769D8D-750A-54AF-CF4F-DD172B275CEC}"/>
                </a:ext>
              </a:extLst>
            </p:cNvPr>
            <p:cNvSpPr txBox="1"/>
            <p:nvPr/>
          </p:nvSpPr>
          <p:spPr>
            <a:xfrm>
              <a:off x="22445047" y="10109036"/>
              <a:ext cx="2536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classes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2EBBA513-DA1C-C4EF-E1CF-42E61A261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8575" y="6729268"/>
              <a:ext cx="4136877" cy="151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8BA4E87E-7082-B2DB-2BF2-2A21E8559EA9}"/>
                </a:ext>
              </a:extLst>
            </p:cNvPr>
            <p:cNvSpPr txBox="1"/>
            <p:nvPr/>
          </p:nvSpPr>
          <p:spPr>
            <a:xfrm>
              <a:off x="22445047" y="7924307"/>
              <a:ext cx="2816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n w="3175">
                    <a:solidFill>
                      <a:srgbClr val="76543A"/>
                    </a:solidFill>
                  </a:ln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atividade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F0DC58D7-0D4A-7F99-F754-107E44491B58}"/>
                </a:ext>
              </a:extLst>
            </p:cNvPr>
            <p:cNvSpPr txBox="1"/>
            <p:nvPr/>
          </p:nvSpPr>
          <p:spPr>
            <a:xfrm>
              <a:off x="19386920" y="6099488"/>
              <a:ext cx="29819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spc="300" dirty="0">
                  <a:solidFill>
                    <a:schemeClr val="bg1"/>
                  </a:solidFill>
                  <a:latin typeface="Impact" panose="020B0806030902050204" pitchFamily="34" charset="0"/>
                </a:rPr>
                <a:t>DIAGRAMAÇÃO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CF646D54-76EB-F727-F618-A5810B23F7A8}"/>
              </a:ext>
            </a:extLst>
          </p:cNvPr>
          <p:cNvGrpSpPr/>
          <p:nvPr/>
        </p:nvGrpSpPr>
        <p:grpSpPr>
          <a:xfrm>
            <a:off x="1372108" y="1172465"/>
            <a:ext cx="9372600" cy="5214538"/>
            <a:chOff x="16176143" y="66637"/>
            <a:chExt cx="9372600" cy="5214538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A69877AD-FD51-3E7E-6931-A678727E0D16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A4836514-EDAD-5C0A-3352-A01C368CBD59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11" name="Imagem 110">
              <a:extLst>
                <a:ext uri="{FF2B5EF4-FFF2-40B4-BE49-F238E27FC236}">
                  <a16:creationId xmlns:a16="http://schemas.microsoft.com/office/drawing/2014/main" id="{456A1BBE-119E-49A2-3481-CAFEBE3BD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A8653E65-F840-A431-4D6F-107FEC02A55B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143B942-B723-90C5-90A8-17D1099B8E4E}"/>
              </a:ext>
            </a:extLst>
          </p:cNvPr>
          <p:cNvGrpSpPr/>
          <p:nvPr/>
        </p:nvGrpSpPr>
        <p:grpSpPr>
          <a:xfrm>
            <a:off x="1744227" y="867429"/>
            <a:ext cx="9372600" cy="5214538"/>
            <a:chOff x="16191575" y="-6074619"/>
            <a:chExt cx="9372600" cy="5214538"/>
          </a:xfrm>
        </p:grpSpPr>
        <p:sp>
          <p:nvSpPr>
            <p:cNvPr id="108" name="Retângulo: Cantos Arredondados 107">
              <a:extLst>
                <a:ext uri="{FF2B5EF4-FFF2-40B4-BE49-F238E27FC236}">
                  <a16:creationId xmlns:a16="http://schemas.microsoft.com/office/drawing/2014/main" id="{C3447839-0182-A99D-3B38-16575B21B072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B28E01C8-05FE-CF58-4AB3-6B24BB6DD693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13" name="Imagem 112">
              <a:extLst>
                <a:ext uri="{FF2B5EF4-FFF2-40B4-BE49-F238E27FC236}">
                  <a16:creationId xmlns:a16="http://schemas.microsoft.com/office/drawing/2014/main" id="{314DB9E0-1746-D0D7-9419-786FDED21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7366E0C1-873C-6D44-1D32-2F8452ADF765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3A0D4DBE-7443-A11E-C7D4-0523CD38F763}"/>
              </a:ext>
            </a:extLst>
          </p:cNvPr>
          <p:cNvGrpSpPr/>
          <p:nvPr/>
        </p:nvGrpSpPr>
        <p:grpSpPr>
          <a:xfrm>
            <a:off x="2225202" y="523053"/>
            <a:ext cx="9372600" cy="5214538"/>
            <a:chOff x="2138181" y="685958"/>
            <a:chExt cx="9372600" cy="5214538"/>
          </a:xfrm>
        </p:grpSpPr>
        <p:sp>
          <p:nvSpPr>
            <p:cNvPr id="105" name="Retângulo: Cantos Arredondados 104">
              <a:extLst>
                <a:ext uri="{FF2B5EF4-FFF2-40B4-BE49-F238E27FC236}">
                  <a16:creationId xmlns:a16="http://schemas.microsoft.com/office/drawing/2014/main" id="{CF999451-5944-01E8-81B6-41A8BA2B4CA7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6" name="CaixaDeTexto 105">
              <a:extLst>
                <a:ext uri="{FF2B5EF4-FFF2-40B4-BE49-F238E27FC236}">
                  <a16:creationId xmlns:a16="http://schemas.microsoft.com/office/drawing/2014/main" id="{B3A6372B-D4A6-411B-214A-B41CC13F25E4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37C6E5B1-9DD3-2B68-5E5F-89A136FB3ADC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A7ED6A73-F239-CD1F-B822-46096BD6F0BF}"/>
              </a:ext>
            </a:extLst>
          </p:cNvPr>
          <p:cNvGrpSpPr/>
          <p:nvPr/>
        </p:nvGrpSpPr>
        <p:grpSpPr>
          <a:xfrm>
            <a:off x="8521198" y="-6616679"/>
            <a:ext cx="9372600" cy="6036269"/>
            <a:chOff x="2132024" y="107884"/>
            <a:chExt cx="9372600" cy="6036269"/>
          </a:xfrm>
        </p:grpSpPr>
        <p:sp>
          <p:nvSpPr>
            <p:cNvPr id="78" name="Retângulo: Cantos Arredondados 77">
              <a:extLst>
                <a:ext uri="{FF2B5EF4-FFF2-40B4-BE49-F238E27FC236}">
                  <a16:creationId xmlns:a16="http://schemas.microsoft.com/office/drawing/2014/main" id="{B2526E87-7DBB-6C41-D755-B84616F1026B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B78437A6-88AF-A7F4-B6DE-B8F963185BE3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E6202F19-443D-E9F2-CA3D-F1E68366BD87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id="{8CAA98F9-B3F6-3245-6745-6BF18A6BA5EE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CD1D9454-2F19-4CF5-B053-F56BA7C27FFF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id="{DB54A45F-C6EE-12EE-0FDC-653FB1F1F245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id="{E871941A-578A-19DC-A857-64E9F9D6EF75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85" name="Fluxograma: Conector 84">
              <a:extLst>
                <a:ext uri="{FF2B5EF4-FFF2-40B4-BE49-F238E27FC236}">
                  <a16:creationId xmlns:a16="http://schemas.microsoft.com/office/drawing/2014/main" id="{C89CF261-8A03-5872-DB9A-CD54D5117FCC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Fluxograma: Conector 85">
              <a:extLst>
                <a:ext uri="{FF2B5EF4-FFF2-40B4-BE49-F238E27FC236}">
                  <a16:creationId xmlns:a16="http://schemas.microsoft.com/office/drawing/2014/main" id="{F4886A32-9A5D-9381-4A64-C23EE4D9B5FC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7" name="Fluxograma: Conector 86">
              <a:extLst>
                <a:ext uri="{FF2B5EF4-FFF2-40B4-BE49-F238E27FC236}">
                  <a16:creationId xmlns:a16="http://schemas.microsoft.com/office/drawing/2014/main" id="{1C6FA8AA-9EFD-7EA3-3ABF-F696DFA6866D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Fluxograma: Conector 87">
              <a:extLst>
                <a:ext uri="{FF2B5EF4-FFF2-40B4-BE49-F238E27FC236}">
                  <a16:creationId xmlns:a16="http://schemas.microsoft.com/office/drawing/2014/main" id="{58285C26-1A9E-7518-E06A-0A35827159F0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id="{AB70B24D-E413-BCFB-6A47-539C94791E12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90" name="Imagem 89">
              <a:extLst>
                <a:ext uri="{FF2B5EF4-FFF2-40B4-BE49-F238E27FC236}">
                  <a16:creationId xmlns:a16="http://schemas.microsoft.com/office/drawing/2014/main" id="{A7AFAE14-0012-C728-CE97-D1DEA48D7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5838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08B0B-0DE7-C4BB-E8EE-9AAF27A7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CAD542B7-359A-4F07-3963-0A89787918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8FE2E71-902D-308A-1967-B8EE141CEAE1}"/>
              </a:ext>
            </a:extLst>
          </p:cNvPr>
          <p:cNvGrpSpPr/>
          <p:nvPr/>
        </p:nvGrpSpPr>
        <p:grpSpPr>
          <a:xfrm>
            <a:off x="-4946859" y="-6469822"/>
            <a:ext cx="9372600" cy="5214538"/>
            <a:chOff x="16191575" y="-6074619"/>
            <a:chExt cx="9372600" cy="5214538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1F64F2F1-0390-BB58-510F-61D29C0E4632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50BB3A2D-B9CF-C6D7-2B76-D2D74EEA6E05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FEBBA33-2483-80D3-AEBE-946FD3371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F2819963-4DC2-65E0-0AF3-28677D8CDB35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04D3696-7E0B-61D3-01AC-1389D4835218}"/>
              </a:ext>
            </a:extLst>
          </p:cNvPr>
          <p:cNvGrpSpPr/>
          <p:nvPr/>
        </p:nvGrpSpPr>
        <p:grpSpPr>
          <a:xfrm>
            <a:off x="712507" y="1659648"/>
            <a:ext cx="9372600" cy="5214538"/>
            <a:chOff x="2138181" y="685958"/>
            <a:chExt cx="9372600" cy="5214538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27CBD9DB-3C27-F19C-91F0-F1B1FD2903D3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F4773A1C-0A09-3741-97F8-197611A9AFE3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06E0705D-142C-5FCB-5FD9-8A18E008921A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CFF35D46-F5AB-2E94-CCB2-6FEA7303E3D1}"/>
              </a:ext>
            </a:extLst>
          </p:cNvPr>
          <p:cNvGrpSpPr/>
          <p:nvPr/>
        </p:nvGrpSpPr>
        <p:grpSpPr>
          <a:xfrm>
            <a:off x="969350" y="691540"/>
            <a:ext cx="9372600" cy="6036269"/>
            <a:chOff x="2132024" y="107884"/>
            <a:chExt cx="9372600" cy="6036269"/>
          </a:xfrm>
        </p:grpSpPr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1DCBE126-9173-BC36-5823-FF1C323132C2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32868690-0E71-3570-DD62-DCBE0AA472DA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1025" name="CaixaDeTexto 1024">
              <a:extLst>
                <a:ext uri="{FF2B5EF4-FFF2-40B4-BE49-F238E27FC236}">
                  <a16:creationId xmlns:a16="http://schemas.microsoft.com/office/drawing/2014/main" id="{3B1D66F0-27DA-02A5-B8DA-6E696E9D12CB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1027" name="CaixaDeTexto 1026">
              <a:extLst>
                <a:ext uri="{FF2B5EF4-FFF2-40B4-BE49-F238E27FC236}">
                  <a16:creationId xmlns:a16="http://schemas.microsoft.com/office/drawing/2014/main" id="{69BCC3CA-2B3B-1C4E-90FE-4E35BAA74C97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1029" name="CaixaDeTexto 1028">
              <a:extLst>
                <a:ext uri="{FF2B5EF4-FFF2-40B4-BE49-F238E27FC236}">
                  <a16:creationId xmlns:a16="http://schemas.microsoft.com/office/drawing/2014/main" id="{FAA84E2B-74F1-2E65-9DAA-DE68860258A6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2362A4D9-0821-9AC8-DC7B-72483431DE85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1032" name="CaixaDeTexto 1031">
              <a:extLst>
                <a:ext uri="{FF2B5EF4-FFF2-40B4-BE49-F238E27FC236}">
                  <a16:creationId xmlns:a16="http://schemas.microsoft.com/office/drawing/2014/main" id="{32D16826-30B1-BC95-37B5-4AC6AF9692B2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1033" name="Fluxograma: Conector 1032">
              <a:extLst>
                <a:ext uri="{FF2B5EF4-FFF2-40B4-BE49-F238E27FC236}">
                  <a16:creationId xmlns:a16="http://schemas.microsoft.com/office/drawing/2014/main" id="{F7A9CC37-3FCF-52C4-1CC0-4A5BCB900AAE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4" name="Fluxograma: Conector 1033">
              <a:extLst>
                <a:ext uri="{FF2B5EF4-FFF2-40B4-BE49-F238E27FC236}">
                  <a16:creationId xmlns:a16="http://schemas.microsoft.com/office/drawing/2014/main" id="{1BA3B03D-5A2F-2E08-6DB7-66AFFA58B965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5" name="Fluxograma: Conector 1034">
              <a:extLst>
                <a:ext uri="{FF2B5EF4-FFF2-40B4-BE49-F238E27FC236}">
                  <a16:creationId xmlns:a16="http://schemas.microsoft.com/office/drawing/2014/main" id="{A7359545-4270-2E16-248D-A2C9A9AA4907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6" name="Fluxograma: Conector 1035">
              <a:extLst>
                <a:ext uri="{FF2B5EF4-FFF2-40B4-BE49-F238E27FC236}">
                  <a16:creationId xmlns:a16="http://schemas.microsoft.com/office/drawing/2014/main" id="{12929821-501E-350B-44A7-4FF8FC81B036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11BE4F9E-A76C-5A5E-51EC-6EC36C872A2F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1038" name="Imagem 1037">
              <a:extLst>
                <a:ext uri="{FF2B5EF4-FFF2-40B4-BE49-F238E27FC236}">
                  <a16:creationId xmlns:a16="http://schemas.microsoft.com/office/drawing/2014/main" id="{DB8106B2-4E5B-3CED-CE2E-B56DC07A6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CC53488A-8C59-2278-F936-0812653AE530}"/>
              </a:ext>
            </a:extLst>
          </p:cNvPr>
          <p:cNvSpPr/>
          <p:nvPr/>
        </p:nvSpPr>
        <p:spPr>
          <a:xfrm>
            <a:off x="-5320858" y="2266456"/>
            <a:ext cx="561350" cy="561350"/>
          </a:xfrm>
          <a:prstGeom prst="flowChartConnector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E2314006-B6DD-DA61-68AF-5AE29136093B}"/>
              </a:ext>
            </a:extLst>
          </p:cNvPr>
          <p:cNvSpPr/>
          <p:nvPr/>
        </p:nvSpPr>
        <p:spPr>
          <a:xfrm>
            <a:off x="-4076524" y="4991457"/>
            <a:ext cx="561350" cy="561350"/>
          </a:xfrm>
          <a:prstGeom prst="flowChartConnector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0A6438A4-7059-52C0-CAE0-C2C8A8B9DC1F}"/>
              </a:ext>
            </a:extLst>
          </p:cNvPr>
          <p:cNvSpPr/>
          <p:nvPr/>
        </p:nvSpPr>
        <p:spPr>
          <a:xfrm>
            <a:off x="-5613252" y="3148325"/>
            <a:ext cx="573069" cy="561350"/>
          </a:xfrm>
          <a:prstGeom prst="flowChartConnector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CB8BED71-5E9B-D67A-1F6D-F4C99A651372}"/>
              </a:ext>
            </a:extLst>
          </p:cNvPr>
          <p:cNvGrpSpPr/>
          <p:nvPr/>
        </p:nvGrpSpPr>
        <p:grpSpPr>
          <a:xfrm>
            <a:off x="1303838" y="1268574"/>
            <a:ext cx="9372600" cy="5214538"/>
            <a:chOff x="16191575" y="5991753"/>
            <a:chExt cx="9372600" cy="5214538"/>
          </a:xfrm>
        </p:grpSpPr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83F539EA-80C4-3204-F0BF-20516E278E00}"/>
                </a:ext>
              </a:extLst>
            </p:cNvPr>
            <p:cNvSpPr/>
            <p:nvPr/>
          </p:nvSpPr>
          <p:spPr>
            <a:xfrm>
              <a:off x="16191575" y="5991753"/>
              <a:ext cx="9372600" cy="5214538"/>
            </a:xfrm>
            <a:prstGeom prst="roundRect">
              <a:avLst/>
            </a:prstGeom>
            <a:solidFill>
              <a:srgbClr val="926848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61269F5-436A-D77C-3F94-863654090A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0745" y="6701669"/>
              <a:ext cx="3198661" cy="369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F7DB1979-40BE-4574-F40A-4D508D4B1166}"/>
                </a:ext>
              </a:extLst>
            </p:cNvPr>
            <p:cNvSpPr txBox="1"/>
            <p:nvPr/>
          </p:nvSpPr>
          <p:spPr>
            <a:xfrm>
              <a:off x="18020796" y="10373278"/>
              <a:ext cx="1590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Caso de uso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9D1C711-6FC4-10DD-872F-8106E1917F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2762" y="8447260"/>
              <a:ext cx="3564422" cy="2346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F8A2B090-CCDA-0873-29D3-BC998AEF640E}"/>
                </a:ext>
              </a:extLst>
            </p:cNvPr>
            <p:cNvSpPr txBox="1"/>
            <p:nvPr/>
          </p:nvSpPr>
          <p:spPr>
            <a:xfrm>
              <a:off x="22445047" y="10109036"/>
              <a:ext cx="2536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classes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C6343F7D-C3E6-A171-65E5-0BC668168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8575" y="6729268"/>
              <a:ext cx="4136877" cy="151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D2305DC6-5BBF-26A2-B279-2B6A4213292A}"/>
                </a:ext>
              </a:extLst>
            </p:cNvPr>
            <p:cNvSpPr txBox="1"/>
            <p:nvPr/>
          </p:nvSpPr>
          <p:spPr>
            <a:xfrm>
              <a:off x="22445047" y="7924307"/>
              <a:ext cx="2816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n w="3175">
                    <a:solidFill>
                      <a:srgbClr val="76543A"/>
                    </a:solidFill>
                  </a:ln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atividade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7688663B-8CE9-0D31-0ECA-D53524948135}"/>
                </a:ext>
              </a:extLst>
            </p:cNvPr>
            <p:cNvSpPr txBox="1"/>
            <p:nvPr/>
          </p:nvSpPr>
          <p:spPr>
            <a:xfrm>
              <a:off x="19386920" y="6099488"/>
              <a:ext cx="29819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spc="300" dirty="0">
                  <a:solidFill>
                    <a:schemeClr val="bg1"/>
                  </a:solidFill>
                  <a:latin typeface="Impact" panose="020B0806030902050204" pitchFamily="34" charset="0"/>
                </a:rPr>
                <a:t>DIAGRAMAÇÃO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018DAEE9-311E-63CC-D77B-7F0D7C69D0C0}"/>
              </a:ext>
            </a:extLst>
          </p:cNvPr>
          <p:cNvGrpSpPr/>
          <p:nvPr/>
        </p:nvGrpSpPr>
        <p:grpSpPr>
          <a:xfrm>
            <a:off x="1638326" y="999575"/>
            <a:ext cx="9372600" cy="5214538"/>
            <a:chOff x="16176143" y="66637"/>
            <a:chExt cx="9372600" cy="5214538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808EE00F-B49C-72D3-A771-D20917FA70F3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BC33AA59-6094-D03E-1823-C3784F759D17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11" name="Imagem 110">
              <a:extLst>
                <a:ext uri="{FF2B5EF4-FFF2-40B4-BE49-F238E27FC236}">
                  <a16:creationId xmlns:a16="http://schemas.microsoft.com/office/drawing/2014/main" id="{6637456D-D754-4D34-8973-DB202EA1F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CD9265B0-F4C9-7130-0696-F477F8888E82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0E074BC1-1BE8-C23A-2774-85BE9E504623}"/>
              </a:ext>
            </a:extLst>
          </p:cNvPr>
          <p:cNvGrpSpPr/>
          <p:nvPr/>
        </p:nvGrpSpPr>
        <p:grpSpPr>
          <a:xfrm>
            <a:off x="2010445" y="694539"/>
            <a:ext cx="9372600" cy="5214538"/>
            <a:chOff x="16191575" y="-6074619"/>
            <a:chExt cx="9372600" cy="5214538"/>
          </a:xfrm>
        </p:grpSpPr>
        <p:sp>
          <p:nvSpPr>
            <p:cNvPr id="108" name="Retângulo: Cantos Arredondados 107">
              <a:extLst>
                <a:ext uri="{FF2B5EF4-FFF2-40B4-BE49-F238E27FC236}">
                  <a16:creationId xmlns:a16="http://schemas.microsoft.com/office/drawing/2014/main" id="{EBFC966F-2A75-07BD-8D89-8763259C26E1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FE23AC9C-0B81-BCA3-6624-66E46B89760D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13" name="Imagem 112">
              <a:extLst>
                <a:ext uri="{FF2B5EF4-FFF2-40B4-BE49-F238E27FC236}">
                  <a16:creationId xmlns:a16="http://schemas.microsoft.com/office/drawing/2014/main" id="{6E1F2C71-5490-3405-5F89-85D5D656F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B3F1D6ED-3DB0-7464-510D-FE85411DE603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B582DCDE-D494-2153-99CC-76CF6DCED84D}"/>
              </a:ext>
            </a:extLst>
          </p:cNvPr>
          <p:cNvGrpSpPr/>
          <p:nvPr/>
        </p:nvGrpSpPr>
        <p:grpSpPr>
          <a:xfrm>
            <a:off x="11116827" y="-6721809"/>
            <a:ext cx="9372600" cy="5214538"/>
            <a:chOff x="2138181" y="685958"/>
            <a:chExt cx="9372600" cy="5214538"/>
          </a:xfrm>
        </p:grpSpPr>
        <p:sp>
          <p:nvSpPr>
            <p:cNvPr id="105" name="Retângulo: Cantos Arredondados 104">
              <a:extLst>
                <a:ext uri="{FF2B5EF4-FFF2-40B4-BE49-F238E27FC236}">
                  <a16:creationId xmlns:a16="http://schemas.microsoft.com/office/drawing/2014/main" id="{E45CA1A1-2EE8-C4FA-0706-79E964D40EB6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6" name="CaixaDeTexto 105">
              <a:extLst>
                <a:ext uri="{FF2B5EF4-FFF2-40B4-BE49-F238E27FC236}">
                  <a16:creationId xmlns:a16="http://schemas.microsoft.com/office/drawing/2014/main" id="{4FDB5DED-1BF6-7942-6405-1F85C644D351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id="{A9084F94-8BDE-7DE2-F0B4-6CB4E6933562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62516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5DA64-0BD7-0480-A054-D6142E5B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54D9A53-3215-B68D-3778-5DBA87932A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965C582-0FC6-C49E-BF45-34A0E1EE079B}"/>
              </a:ext>
            </a:extLst>
          </p:cNvPr>
          <p:cNvGrpSpPr/>
          <p:nvPr/>
        </p:nvGrpSpPr>
        <p:grpSpPr>
          <a:xfrm>
            <a:off x="-5682411" y="-6397124"/>
            <a:ext cx="9372600" cy="5214538"/>
            <a:chOff x="16176143" y="66637"/>
            <a:chExt cx="9372600" cy="5214538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0D4C52EF-2759-CD85-5190-08592E43E6DA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4E62E98-ACF1-47A8-BECA-41811D400F5B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E4861EFA-8D55-F436-4CED-A72867896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913D28D2-5AEB-E234-47CF-8B87168CDBB5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472401E-F925-F1CB-D871-34F7DA5D45A4}"/>
              </a:ext>
            </a:extLst>
          </p:cNvPr>
          <p:cNvGrpSpPr/>
          <p:nvPr/>
        </p:nvGrpSpPr>
        <p:grpSpPr>
          <a:xfrm>
            <a:off x="704032" y="1667395"/>
            <a:ext cx="9372600" cy="5214538"/>
            <a:chOff x="16191575" y="-6074619"/>
            <a:chExt cx="9372600" cy="5214538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8AD0836E-9551-6F48-AFCB-16D3A8E240B2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CF85BF01-97D0-D157-6D77-87ECCDDC7A74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E1C9D9C-32AE-6BD2-7E04-EA0588402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D4B916F0-3CFC-4F4A-67AF-8AB613593792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93DEAD25-4206-060E-EF1E-8BE5FD5944D4}"/>
              </a:ext>
            </a:extLst>
          </p:cNvPr>
          <p:cNvGrpSpPr/>
          <p:nvPr/>
        </p:nvGrpSpPr>
        <p:grpSpPr>
          <a:xfrm>
            <a:off x="966507" y="1456448"/>
            <a:ext cx="9372600" cy="5214538"/>
            <a:chOff x="2138181" y="685958"/>
            <a:chExt cx="9372600" cy="5214538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B83B02D3-B1E9-63CC-29E3-7665AC5882D0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8A38E70D-4A23-753B-F9DB-7568C7181007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060CAC1-B797-8CEF-A6C9-9C46675BECCF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D1CDD70D-8714-6BB9-FA99-B2E253209297}"/>
              </a:ext>
            </a:extLst>
          </p:cNvPr>
          <p:cNvGrpSpPr/>
          <p:nvPr/>
        </p:nvGrpSpPr>
        <p:grpSpPr>
          <a:xfrm>
            <a:off x="1223350" y="488340"/>
            <a:ext cx="9372600" cy="6036269"/>
            <a:chOff x="2132024" y="107884"/>
            <a:chExt cx="9372600" cy="6036269"/>
          </a:xfrm>
        </p:grpSpPr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F0231BD8-15C1-F2D6-62A8-687C684EB9D7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001495D4-D21E-1B75-61DD-7F0703E26A5C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1025" name="CaixaDeTexto 1024">
              <a:extLst>
                <a:ext uri="{FF2B5EF4-FFF2-40B4-BE49-F238E27FC236}">
                  <a16:creationId xmlns:a16="http://schemas.microsoft.com/office/drawing/2014/main" id="{76D6BC12-E88A-A350-C655-F9D7938C1A1F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1027" name="CaixaDeTexto 1026">
              <a:extLst>
                <a:ext uri="{FF2B5EF4-FFF2-40B4-BE49-F238E27FC236}">
                  <a16:creationId xmlns:a16="http://schemas.microsoft.com/office/drawing/2014/main" id="{391C876A-9845-0E55-E999-049718B2141A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1029" name="CaixaDeTexto 1028">
              <a:extLst>
                <a:ext uri="{FF2B5EF4-FFF2-40B4-BE49-F238E27FC236}">
                  <a16:creationId xmlns:a16="http://schemas.microsoft.com/office/drawing/2014/main" id="{029BF850-AC6B-7ACE-07BF-CA6C4142415B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DD366DA8-F49D-6E3B-6A76-E48AE3209FC8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1032" name="CaixaDeTexto 1031">
              <a:extLst>
                <a:ext uri="{FF2B5EF4-FFF2-40B4-BE49-F238E27FC236}">
                  <a16:creationId xmlns:a16="http://schemas.microsoft.com/office/drawing/2014/main" id="{8664ABB8-BCF5-12A0-EDE1-CE878D20C4E6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1033" name="Fluxograma: Conector 1032">
              <a:extLst>
                <a:ext uri="{FF2B5EF4-FFF2-40B4-BE49-F238E27FC236}">
                  <a16:creationId xmlns:a16="http://schemas.microsoft.com/office/drawing/2014/main" id="{7516E8B0-47CE-172E-CE70-5C616FFC598D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4" name="Fluxograma: Conector 1033">
              <a:extLst>
                <a:ext uri="{FF2B5EF4-FFF2-40B4-BE49-F238E27FC236}">
                  <a16:creationId xmlns:a16="http://schemas.microsoft.com/office/drawing/2014/main" id="{D86D7456-7A2C-E41E-B8E7-E192DFF91BC4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5" name="Fluxograma: Conector 1034">
              <a:extLst>
                <a:ext uri="{FF2B5EF4-FFF2-40B4-BE49-F238E27FC236}">
                  <a16:creationId xmlns:a16="http://schemas.microsoft.com/office/drawing/2014/main" id="{CE9C4802-F823-9A4A-9843-E5DB1D5C4F36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6" name="Fluxograma: Conector 1035">
              <a:extLst>
                <a:ext uri="{FF2B5EF4-FFF2-40B4-BE49-F238E27FC236}">
                  <a16:creationId xmlns:a16="http://schemas.microsoft.com/office/drawing/2014/main" id="{F7381326-8AE2-13D2-6284-34173255B15A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5E9C575E-854E-ABE7-7AFB-67300EB1EE52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1038" name="Imagem 1037">
              <a:extLst>
                <a:ext uri="{FF2B5EF4-FFF2-40B4-BE49-F238E27FC236}">
                  <a16:creationId xmlns:a16="http://schemas.microsoft.com/office/drawing/2014/main" id="{D05FAA0E-6AD7-69B4-F76B-E1CCE1A31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  <p:sp>
        <p:nvSpPr>
          <p:cNvPr id="7" name="Fluxograma: Conector 6">
            <a:extLst>
              <a:ext uri="{FF2B5EF4-FFF2-40B4-BE49-F238E27FC236}">
                <a16:creationId xmlns:a16="http://schemas.microsoft.com/office/drawing/2014/main" id="{9079F158-5297-BA10-760B-34BE14C68663}"/>
              </a:ext>
            </a:extLst>
          </p:cNvPr>
          <p:cNvSpPr/>
          <p:nvPr/>
        </p:nvSpPr>
        <p:spPr>
          <a:xfrm>
            <a:off x="-5320858" y="2266456"/>
            <a:ext cx="561350" cy="561350"/>
          </a:xfrm>
          <a:prstGeom prst="flowChartConnector">
            <a:avLst/>
          </a:prstGeom>
          <a:solidFill>
            <a:srgbClr val="A184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luxograma: Conector 7">
            <a:extLst>
              <a:ext uri="{FF2B5EF4-FFF2-40B4-BE49-F238E27FC236}">
                <a16:creationId xmlns:a16="http://schemas.microsoft.com/office/drawing/2014/main" id="{F8CAD8F0-9727-BB49-078C-5C4DEBC464C8}"/>
              </a:ext>
            </a:extLst>
          </p:cNvPr>
          <p:cNvSpPr/>
          <p:nvPr/>
        </p:nvSpPr>
        <p:spPr>
          <a:xfrm>
            <a:off x="-4076524" y="4991457"/>
            <a:ext cx="561350" cy="561350"/>
          </a:xfrm>
          <a:prstGeom prst="flowChartConnector">
            <a:avLst/>
          </a:prstGeom>
          <a:solidFill>
            <a:srgbClr val="D7A4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Conector 9">
            <a:extLst>
              <a:ext uri="{FF2B5EF4-FFF2-40B4-BE49-F238E27FC236}">
                <a16:creationId xmlns:a16="http://schemas.microsoft.com/office/drawing/2014/main" id="{5BCBCB28-2101-80A7-76DA-94393E192128}"/>
              </a:ext>
            </a:extLst>
          </p:cNvPr>
          <p:cNvSpPr/>
          <p:nvPr/>
        </p:nvSpPr>
        <p:spPr>
          <a:xfrm>
            <a:off x="-5613252" y="3148325"/>
            <a:ext cx="573069" cy="561350"/>
          </a:xfrm>
          <a:prstGeom prst="flowChartConnector">
            <a:avLst/>
          </a:prstGeom>
          <a:solidFill>
            <a:srgbClr val="FFD8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89E72C44-2EB2-83FE-0ACE-5588B8EC9E6F}"/>
              </a:ext>
            </a:extLst>
          </p:cNvPr>
          <p:cNvGrpSpPr/>
          <p:nvPr/>
        </p:nvGrpSpPr>
        <p:grpSpPr>
          <a:xfrm>
            <a:off x="1557838" y="1065374"/>
            <a:ext cx="9372600" cy="5214538"/>
            <a:chOff x="16191575" y="5991753"/>
            <a:chExt cx="9372600" cy="5214538"/>
          </a:xfrm>
        </p:grpSpPr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071C1DCA-565A-7D80-B9D1-91EE35C2758F}"/>
                </a:ext>
              </a:extLst>
            </p:cNvPr>
            <p:cNvSpPr/>
            <p:nvPr/>
          </p:nvSpPr>
          <p:spPr>
            <a:xfrm>
              <a:off x="16191575" y="5991753"/>
              <a:ext cx="9372600" cy="5214538"/>
            </a:xfrm>
            <a:prstGeom prst="roundRect">
              <a:avLst/>
            </a:prstGeom>
            <a:solidFill>
              <a:srgbClr val="926848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D8AEB8A-9E38-A09B-8F93-83EBF57153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0745" y="6701669"/>
              <a:ext cx="3198661" cy="369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F306DF98-62A4-DCE9-9153-FAF1EE7BA20D}"/>
                </a:ext>
              </a:extLst>
            </p:cNvPr>
            <p:cNvSpPr txBox="1"/>
            <p:nvPr/>
          </p:nvSpPr>
          <p:spPr>
            <a:xfrm>
              <a:off x="18020796" y="10373278"/>
              <a:ext cx="1590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Caso de uso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D660FC51-FD15-704B-8D32-594C1F55E7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2762" y="8447260"/>
              <a:ext cx="3564422" cy="2346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A11574DB-C470-8072-BF2B-F7A9C6DFC251}"/>
                </a:ext>
              </a:extLst>
            </p:cNvPr>
            <p:cNvSpPr txBox="1"/>
            <p:nvPr/>
          </p:nvSpPr>
          <p:spPr>
            <a:xfrm>
              <a:off x="22445047" y="10109036"/>
              <a:ext cx="2536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classes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6590AF38-EDB6-091B-69ED-C0A2F7043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8575" y="6729268"/>
              <a:ext cx="4136877" cy="151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C5C34467-6478-E13D-52B5-07AB3CB0F42D}"/>
                </a:ext>
              </a:extLst>
            </p:cNvPr>
            <p:cNvSpPr txBox="1"/>
            <p:nvPr/>
          </p:nvSpPr>
          <p:spPr>
            <a:xfrm>
              <a:off x="22445047" y="7924307"/>
              <a:ext cx="2816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n w="3175">
                    <a:solidFill>
                      <a:srgbClr val="76543A"/>
                    </a:solidFill>
                  </a:ln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atividade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ACBCA686-2425-A9A1-6D61-DF9FF7C22DBC}"/>
                </a:ext>
              </a:extLst>
            </p:cNvPr>
            <p:cNvSpPr txBox="1"/>
            <p:nvPr/>
          </p:nvSpPr>
          <p:spPr>
            <a:xfrm>
              <a:off x="19386920" y="6099488"/>
              <a:ext cx="29819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spc="300" dirty="0">
                  <a:solidFill>
                    <a:schemeClr val="bg1"/>
                  </a:solidFill>
                  <a:latin typeface="Impact" panose="020B0806030902050204" pitchFamily="34" charset="0"/>
                </a:rPr>
                <a:t>DIAGRAMAÇÃO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9DA9801D-AD3C-3A81-99D1-FC0118D9BA51}"/>
              </a:ext>
            </a:extLst>
          </p:cNvPr>
          <p:cNvGrpSpPr/>
          <p:nvPr/>
        </p:nvGrpSpPr>
        <p:grpSpPr>
          <a:xfrm>
            <a:off x="1892326" y="796375"/>
            <a:ext cx="9372600" cy="5214538"/>
            <a:chOff x="16176143" y="66637"/>
            <a:chExt cx="9372600" cy="5214538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956E5A23-B609-5DAA-97D1-B92179533304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40108D80-C624-E1F4-AEE0-66423B4C407E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11" name="Imagem 110">
              <a:extLst>
                <a:ext uri="{FF2B5EF4-FFF2-40B4-BE49-F238E27FC236}">
                  <a16:creationId xmlns:a16="http://schemas.microsoft.com/office/drawing/2014/main" id="{F7F78426-D9D2-A2C3-C2E3-6AD1776B5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16A74B02-82F9-0C43-3E96-2D5888C1B452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D2537A4-EB41-A988-1A5C-AE357FD7384A}"/>
              </a:ext>
            </a:extLst>
          </p:cNvPr>
          <p:cNvGrpSpPr/>
          <p:nvPr/>
        </p:nvGrpSpPr>
        <p:grpSpPr>
          <a:xfrm>
            <a:off x="11717153" y="-6038027"/>
            <a:ext cx="9372600" cy="5214538"/>
            <a:chOff x="16191575" y="-6074619"/>
            <a:chExt cx="9372600" cy="5214538"/>
          </a:xfrm>
        </p:grpSpPr>
        <p:sp>
          <p:nvSpPr>
            <p:cNvPr id="108" name="Retângulo: Cantos Arredondados 107">
              <a:extLst>
                <a:ext uri="{FF2B5EF4-FFF2-40B4-BE49-F238E27FC236}">
                  <a16:creationId xmlns:a16="http://schemas.microsoft.com/office/drawing/2014/main" id="{AA107C48-D539-BDE6-9D92-26786291694E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995FFD3D-92C9-0235-52B7-BD18018F2F5A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13" name="Imagem 112">
              <a:extLst>
                <a:ext uri="{FF2B5EF4-FFF2-40B4-BE49-F238E27FC236}">
                  <a16:creationId xmlns:a16="http://schemas.microsoft.com/office/drawing/2014/main" id="{A432F6D2-4011-3B6E-C369-A984FC438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15" name="CaixaDeTexto 114">
              <a:extLst>
                <a:ext uri="{FF2B5EF4-FFF2-40B4-BE49-F238E27FC236}">
                  <a16:creationId xmlns:a16="http://schemas.microsoft.com/office/drawing/2014/main" id="{1A330F18-19F6-522A-3362-C4615C035006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1076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93A5-3725-576D-261A-0F631B0E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2324BD3-F7BA-AB60-FE6D-356C2DDD68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E9E4755A-54B0-11B0-2B74-2F8C67A369A1}"/>
              </a:ext>
            </a:extLst>
          </p:cNvPr>
          <p:cNvGrpSpPr/>
          <p:nvPr/>
        </p:nvGrpSpPr>
        <p:grpSpPr>
          <a:xfrm>
            <a:off x="661059" y="1632971"/>
            <a:ext cx="9372600" cy="5214538"/>
            <a:chOff x="16176143" y="66637"/>
            <a:chExt cx="9372600" cy="5214538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5EE0A900-77FB-000F-0737-828642E59938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D40CCCD3-56C6-8B8C-7D3F-A28CB62270B1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AB429C8E-0B3E-1912-1F62-4AC8572B8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A185BE0F-5C55-6F76-95C5-BB11CF7D93C7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2537826-A1B8-7BA2-FB1A-2F34C9002BB4}"/>
              </a:ext>
            </a:extLst>
          </p:cNvPr>
          <p:cNvGrpSpPr/>
          <p:nvPr/>
        </p:nvGrpSpPr>
        <p:grpSpPr>
          <a:xfrm>
            <a:off x="886912" y="1423555"/>
            <a:ext cx="9372600" cy="5214538"/>
            <a:chOff x="16191575" y="-6074619"/>
            <a:chExt cx="9372600" cy="5214538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9288A560-01B2-5B7D-C2FD-DBFFA8896A5F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7DC09EB1-EB3C-0D50-5D21-955FF4B0E652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7A343892-7727-D20E-8C72-C412CC21F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E8CFF77-6703-8FA2-3AD2-721EE68D3F9E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1043A97-3788-316E-B4FB-FE4F9F0008BD}"/>
              </a:ext>
            </a:extLst>
          </p:cNvPr>
          <p:cNvGrpSpPr/>
          <p:nvPr/>
        </p:nvGrpSpPr>
        <p:grpSpPr>
          <a:xfrm>
            <a:off x="1149387" y="1212608"/>
            <a:ext cx="9372600" cy="5214538"/>
            <a:chOff x="2138181" y="685958"/>
            <a:chExt cx="9372600" cy="5214538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E69D35E5-1E08-D76C-71E2-0EE39A586842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DCA811FC-06AE-69E2-A90D-E1C84739FC34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852AA76D-2F58-A3D1-760F-6FD91ADF23CA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6F7461DF-286D-2D5B-EBDC-FE1F54F5EED7}"/>
              </a:ext>
            </a:extLst>
          </p:cNvPr>
          <p:cNvGrpSpPr/>
          <p:nvPr/>
        </p:nvGrpSpPr>
        <p:grpSpPr>
          <a:xfrm>
            <a:off x="1406230" y="244500"/>
            <a:ext cx="9372600" cy="6036269"/>
            <a:chOff x="2132024" y="107884"/>
            <a:chExt cx="9372600" cy="6036269"/>
          </a:xfrm>
        </p:grpSpPr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EF81031F-BC4E-2202-435B-4841346EB405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4BF00D04-E68B-C393-FB90-09F449445042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1025" name="CaixaDeTexto 1024">
              <a:extLst>
                <a:ext uri="{FF2B5EF4-FFF2-40B4-BE49-F238E27FC236}">
                  <a16:creationId xmlns:a16="http://schemas.microsoft.com/office/drawing/2014/main" id="{6101DE14-6D7B-DB63-CF93-3E3E3864A901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1027" name="CaixaDeTexto 1026">
              <a:extLst>
                <a:ext uri="{FF2B5EF4-FFF2-40B4-BE49-F238E27FC236}">
                  <a16:creationId xmlns:a16="http://schemas.microsoft.com/office/drawing/2014/main" id="{B95E2755-7340-B6D6-4E52-C84059CE4556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1029" name="CaixaDeTexto 1028">
              <a:extLst>
                <a:ext uri="{FF2B5EF4-FFF2-40B4-BE49-F238E27FC236}">
                  <a16:creationId xmlns:a16="http://schemas.microsoft.com/office/drawing/2014/main" id="{10450D03-E106-D5A9-9EE7-14BEE74085F4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7390E7B7-AACB-1B12-D674-D8E4E62B2888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1032" name="CaixaDeTexto 1031">
              <a:extLst>
                <a:ext uri="{FF2B5EF4-FFF2-40B4-BE49-F238E27FC236}">
                  <a16:creationId xmlns:a16="http://schemas.microsoft.com/office/drawing/2014/main" id="{E5A70B92-4E18-DB08-E336-1FBE914B5999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1033" name="Fluxograma: Conector 1032">
              <a:extLst>
                <a:ext uri="{FF2B5EF4-FFF2-40B4-BE49-F238E27FC236}">
                  <a16:creationId xmlns:a16="http://schemas.microsoft.com/office/drawing/2014/main" id="{29311EE2-09BC-6887-147F-5EA3064356C0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4" name="Fluxograma: Conector 1033">
              <a:extLst>
                <a:ext uri="{FF2B5EF4-FFF2-40B4-BE49-F238E27FC236}">
                  <a16:creationId xmlns:a16="http://schemas.microsoft.com/office/drawing/2014/main" id="{D7D151B3-9C3D-E8AD-B4C3-665CE352D46C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5" name="Fluxograma: Conector 1034">
              <a:extLst>
                <a:ext uri="{FF2B5EF4-FFF2-40B4-BE49-F238E27FC236}">
                  <a16:creationId xmlns:a16="http://schemas.microsoft.com/office/drawing/2014/main" id="{288E306A-4013-B98B-A44C-086BCB8E4EA9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6" name="Fluxograma: Conector 1035">
              <a:extLst>
                <a:ext uri="{FF2B5EF4-FFF2-40B4-BE49-F238E27FC236}">
                  <a16:creationId xmlns:a16="http://schemas.microsoft.com/office/drawing/2014/main" id="{B294D7BA-0BB1-EF46-A0B8-2CC8EA918978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CDF87010-F48A-E7AD-D19E-1CD1BD8FAC47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1038" name="Imagem 1037">
              <a:extLst>
                <a:ext uri="{FF2B5EF4-FFF2-40B4-BE49-F238E27FC236}">
                  <a16:creationId xmlns:a16="http://schemas.microsoft.com/office/drawing/2014/main" id="{4120D1E3-A38F-9F68-8FF0-00A898978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DD0A829D-69A8-10DB-B546-5B27FBEAB108}"/>
              </a:ext>
            </a:extLst>
          </p:cNvPr>
          <p:cNvGrpSpPr/>
          <p:nvPr/>
        </p:nvGrpSpPr>
        <p:grpSpPr>
          <a:xfrm>
            <a:off x="1740718" y="821534"/>
            <a:ext cx="9372600" cy="5214538"/>
            <a:chOff x="16191575" y="5991753"/>
            <a:chExt cx="9372600" cy="5214538"/>
          </a:xfrm>
        </p:grpSpPr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951AC084-449D-0A4F-6BC0-E49D0CBFAC3A}"/>
                </a:ext>
              </a:extLst>
            </p:cNvPr>
            <p:cNvSpPr/>
            <p:nvPr/>
          </p:nvSpPr>
          <p:spPr>
            <a:xfrm>
              <a:off x="16191575" y="5991753"/>
              <a:ext cx="9372600" cy="5214538"/>
            </a:xfrm>
            <a:prstGeom prst="roundRect">
              <a:avLst/>
            </a:prstGeom>
            <a:solidFill>
              <a:srgbClr val="926848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D020B2A-8E8A-8E69-A28F-219DFF8F6E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0745" y="6701669"/>
              <a:ext cx="3198661" cy="369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F674F0C7-9E8D-0F7C-0D8B-EC1C5ABBDE2D}"/>
                </a:ext>
              </a:extLst>
            </p:cNvPr>
            <p:cNvSpPr txBox="1"/>
            <p:nvPr/>
          </p:nvSpPr>
          <p:spPr>
            <a:xfrm>
              <a:off x="18020796" y="10373278"/>
              <a:ext cx="1590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Caso de uso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2F9082EB-D561-BDDB-367E-3EF8B3003E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2762" y="8447260"/>
              <a:ext cx="3564422" cy="2346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2EF64376-3F55-64BA-17E1-717877B71273}"/>
                </a:ext>
              </a:extLst>
            </p:cNvPr>
            <p:cNvSpPr txBox="1"/>
            <p:nvPr/>
          </p:nvSpPr>
          <p:spPr>
            <a:xfrm>
              <a:off x="22445047" y="10109036"/>
              <a:ext cx="2536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classes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ED0E642A-BFEC-65A6-1BB6-54AC5215E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8575" y="6729268"/>
              <a:ext cx="4136877" cy="151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62588EB3-073D-35E2-6285-A659747B30C4}"/>
                </a:ext>
              </a:extLst>
            </p:cNvPr>
            <p:cNvSpPr txBox="1"/>
            <p:nvPr/>
          </p:nvSpPr>
          <p:spPr>
            <a:xfrm>
              <a:off x="22445047" y="7924307"/>
              <a:ext cx="2816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n w="3175">
                    <a:solidFill>
                      <a:srgbClr val="76543A"/>
                    </a:solidFill>
                  </a:ln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atividade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973B1B0B-A81B-9142-EA3F-E70DEF00AAB5}"/>
                </a:ext>
              </a:extLst>
            </p:cNvPr>
            <p:cNvSpPr txBox="1"/>
            <p:nvPr/>
          </p:nvSpPr>
          <p:spPr>
            <a:xfrm>
              <a:off x="19386920" y="6099488"/>
              <a:ext cx="29819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spc="300" dirty="0">
                  <a:solidFill>
                    <a:schemeClr val="bg1"/>
                  </a:solidFill>
                  <a:latin typeface="Impact" panose="020B0806030902050204" pitchFamily="34" charset="0"/>
                </a:rPr>
                <a:t>DIAGRAMAÇÃO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333002F2-2EFB-851D-CE88-A80222C4FA61}"/>
              </a:ext>
            </a:extLst>
          </p:cNvPr>
          <p:cNvGrpSpPr/>
          <p:nvPr/>
        </p:nvGrpSpPr>
        <p:grpSpPr>
          <a:xfrm>
            <a:off x="12186786" y="-5805831"/>
            <a:ext cx="9372600" cy="5214538"/>
            <a:chOff x="16176143" y="66637"/>
            <a:chExt cx="9372600" cy="5214538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908BB57B-F61E-24AE-4329-1B1BAD2BE012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9F587F87-3B64-9FB2-DA5E-89B927EC5406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11" name="Imagem 110">
              <a:extLst>
                <a:ext uri="{FF2B5EF4-FFF2-40B4-BE49-F238E27FC236}">
                  <a16:creationId xmlns:a16="http://schemas.microsoft.com/office/drawing/2014/main" id="{90D12CF1-A3F6-8F62-5ABA-9C971CC99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A3EE2844-948C-BC5B-63AE-5CADC4255F91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30EC5D2-381B-87F1-AE55-588723024407}"/>
              </a:ext>
            </a:extLst>
          </p:cNvPr>
          <p:cNvGrpSpPr/>
          <p:nvPr/>
        </p:nvGrpSpPr>
        <p:grpSpPr>
          <a:xfrm>
            <a:off x="12448843" y="-293512"/>
            <a:ext cx="22249979" cy="7393896"/>
            <a:chOff x="12448843" y="-293512"/>
            <a:chExt cx="22249979" cy="7393896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078E7EA2-06B0-B8CF-B5D4-208216835664}"/>
                </a:ext>
              </a:extLst>
            </p:cNvPr>
            <p:cNvGrpSpPr/>
            <p:nvPr/>
          </p:nvGrpSpPr>
          <p:grpSpPr>
            <a:xfrm>
              <a:off x="22234623" y="-293512"/>
              <a:ext cx="12464199" cy="7321447"/>
              <a:chOff x="-9083577" y="-10204249"/>
              <a:chExt cx="12464199" cy="7321447"/>
            </a:xfrm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9241E3E5-5A34-6A10-444D-CFD466BEFED2}"/>
                  </a:ext>
                </a:extLst>
              </p:cNvPr>
              <p:cNvSpPr/>
              <p:nvPr/>
            </p:nvSpPr>
            <p:spPr>
              <a:xfrm>
                <a:off x="-9083577" y="-10204249"/>
                <a:ext cx="12464199" cy="7321447"/>
              </a:xfrm>
              <a:prstGeom prst="rect">
                <a:avLst/>
              </a:prstGeom>
              <a:solidFill>
                <a:srgbClr val="4E29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961EF2F0-28AA-7FE9-D20B-75B2530ABBDF}"/>
                  </a:ext>
                </a:extLst>
              </p:cNvPr>
              <p:cNvSpPr txBox="1"/>
              <p:nvPr/>
            </p:nvSpPr>
            <p:spPr>
              <a:xfrm flipH="1">
                <a:off x="-5228766" y="-7799981"/>
                <a:ext cx="475457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400" b="1" dirty="0">
                    <a:solidFill>
                      <a:schemeClr val="bg1"/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AGRADECEMOS</a:t>
                </a:r>
              </a:p>
            </p:txBody>
          </p: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2C9D9922-B02C-4924-E853-B26327DA6AB9}"/>
                  </a:ext>
                </a:extLst>
              </p:cNvPr>
              <p:cNvSpPr txBox="1"/>
              <p:nvPr/>
            </p:nvSpPr>
            <p:spPr>
              <a:xfrm flipH="1">
                <a:off x="-4998416" y="-7030541"/>
                <a:ext cx="429387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400" b="1" dirty="0">
                    <a:solidFill>
                      <a:schemeClr val="bg1"/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ATENÇÃO</a:t>
                </a:r>
              </a:p>
            </p:txBody>
          </p: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47E89EEE-4A89-E08F-A5DF-960A1DFE1B96}"/>
                  </a:ext>
                </a:extLst>
              </p:cNvPr>
              <p:cNvSpPr txBox="1"/>
              <p:nvPr/>
            </p:nvSpPr>
            <p:spPr>
              <a:xfrm flipH="1">
                <a:off x="-5228766" y="-7415261"/>
                <a:ext cx="475457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400" b="1" dirty="0">
                    <a:solidFill>
                      <a:srgbClr val="FFCC66"/>
                    </a:solidFill>
                    <a:latin typeface="Fairwater Script" panose="02000507000000020003" pitchFamily="2" charset="0"/>
                    <a:cs typeface="Posterama" panose="020B0504020200020000" pitchFamily="34" charset="0"/>
                  </a:rPr>
                  <a:t>pela</a:t>
                </a:r>
              </a:p>
            </p:txBody>
          </p:sp>
        </p:grpSp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06347A45-E718-9DD6-FC82-871A4C61A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48843" y="0"/>
              <a:ext cx="10742177" cy="7100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590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71A5-C514-9990-1E2F-66210754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CD2B2-39E2-14EB-F660-D721E56C1A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B1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16265FA-F303-F4CD-4B03-26EDF9A44281}"/>
              </a:ext>
            </a:extLst>
          </p:cNvPr>
          <p:cNvGrpSpPr/>
          <p:nvPr/>
        </p:nvGrpSpPr>
        <p:grpSpPr>
          <a:xfrm>
            <a:off x="661059" y="1632971"/>
            <a:ext cx="9372600" cy="5214538"/>
            <a:chOff x="16176143" y="66637"/>
            <a:chExt cx="9372600" cy="5214538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A8517BF-F682-9958-226C-750791B85760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3DC9B2F7-F1DC-4A04-B723-E174059E3B94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BFF2C13B-1166-A526-373E-E15A4D1EC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47A420CE-A36B-003A-F27E-19256E0B5B12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400F0FD-D578-C6A7-10B9-972D85454AFE}"/>
              </a:ext>
            </a:extLst>
          </p:cNvPr>
          <p:cNvGrpSpPr/>
          <p:nvPr/>
        </p:nvGrpSpPr>
        <p:grpSpPr>
          <a:xfrm>
            <a:off x="886912" y="1423555"/>
            <a:ext cx="9372600" cy="5214538"/>
            <a:chOff x="16191575" y="-6074619"/>
            <a:chExt cx="9372600" cy="5214538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5637F52F-05DC-5166-D680-5A80E873E1DB}"/>
                </a:ext>
              </a:extLst>
            </p:cNvPr>
            <p:cNvSpPr/>
            <p:nvPr/>
          </p:nvSpPr>
          <p:spPr>
            <a:xfrm>
              <a:off x="16191575" y="-6074619"/>
              <a:ext cx="9372600" cy="5214538"/>
            </a:xfrm>
            <a:prstGeom prst="roundRect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5DF8825-FF6F-567D-FEFE-BA2B36113F50}"/>
                </a:ext>
              </a:extLst>
            </p:cNvPr>
            <p:cNvSpPr txBox="1"/>
            <p:nvPr/>
          </p:nvSpPr>
          <p:spPr>
            <a:xfrm>
              <a:off x="19177732" y="-5805620"/>
              <a:ext cx="34002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JÁ TEMOS?</a:t>
              </a:r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28B58D1-D48C-EF6E-B8FD-D78A447A4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2" y="-4690083"/>
              <a:ext cx="6031544" cy="305419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033E7282-D8C4-A1B7-B83D-BEDD33832E39}"/>
                </a:ext>
              </a:extLst>
            </p:cNvPr>
            <p:cNvSpPr txBox="1"/>
            <p:nvPr/>
          </p:nvSpPr>
          <p:spPr>
            <a:xfrm>
              <a:off x="19022655" y="-5185990"/>
              <a:ext cx="37104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ln w="9525" cmpd="dbl">
                    <a:solidFill>
                      <a:srgbClr val="76543A">
                        <a:alpha val="60000"/>
                      </a:srgbClr>
                    </a:solidFill>
                    <a:prstDash val="dash"/>
                    <a:bevel/>
                  </a:ln>
                  <a:solidFill>
                    <a:srgbClr val="FFCC66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Repositório no GitHub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6C8A3D4-F547-51D4-A5F6-B7478221FA37}"/>
              </a:ext>
            </a:extLst>
          </p:cNvPr>
          <p:cNvGrpSpPr/>
          <p:nvPr/>
        </p:nvGrpSpPr>
        <p:grpSpPr>
          <a:xfrm>
            <a:off x="1149387" y="1212608"/>
            <a:ext cx="9372600" cy="5214538"/>
            <a:chOff x="2138181" y="685958"/>
            <a:chExt cx="9372600" cy="5214538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769DE294-B3F4-E2B9-16A8-E9A7845B33F3}"/>
                </a:ext>
              </a:extLst>
            </p:cNvPr>
            <p:cNvSpPr/>
            <p:nvPr/>
          </p:nvSpPr>
          <p:spPr>
            <a:xfrm>
              <a:off x="2138181" y="685958"/>
              <a:ext cx="9372600" cy="5214538"/>
            </a:xfrm>
            <a:prstGeom prst="roundRect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05F1CF15-8E78-5F0C-0BF5-C45AFC43EA1C}"/>
                </a:ext>
              </a:extLst>
            </p:cNvPr>
            <p:cNvSpPr txBox="1"/>
            <p:nvPr/>
          </p:nvSpPr>
          <p:spPr>
            <a:xfrm>
              <a:off x="4985676" y="1036082"/>
              <a:ext cx="36776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DO QUE SE TRATA?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84FDBFEE-7CC7-B7D1-0DA9-8961252BCC6E}"/>
                </a:ext>
              </a:extLst>
            </p:cNvPr>
            <p:cNvSpPr txBox="1"/>
            <p:nvPr/>
          </p:nvSpPr>
          <p:spPr>
            <a:xfrm>
              <a:off x="2784223" y="1947041"/>
              <a:ext cx="808051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000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desenvolvimento do sistema busca melhor organização e maior controle sobre o fluxo de mercadorias e produtos do estoque, em especial os dados referentes à entrada, saída, armazenamento e níveis de reposição de itens. Tendo em vista o grande quantitativo de mercadorias e a alta rotatividade de produtos no armazém, pode ocorrer uma superlotação de registros manuais, falhas de inventário e duplicidade de dados. Gerando desinteresse na equipe, gargalos operacionais e extrema dificuldade para gerir e consultar informações cruciais para a tomada de decisão..</a:t>
              </a:r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5E45F204-3E32-43B9-6E8D-FA0C26ED85A1}"/>
              </a:ext>
            </a:extLst>
          </p:cNvPr>
          <p:cNvGrpSpPr/>
          <p:nvPr/>
        </p:nvGrpSpPr>
        <p:grpSpPr>
          <a:xfrm>
            <a:off x="1406230" y="244500"/>
            <a:ext cx="9372600" cy="6036269"/>
            <a:chOff x="2132024" y="107884"/>
            <a:chExt cx="9372600" cy="6036269"/>
          </a:xfrm>
        </p:grpSpPr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4FAEBF2B-96FF-496C-4124-126C0DE88179}"/>
                </a:ext>
              </a:extLst>
            </p:cNvPr>
            <p:cNvSpPr/>
            <p:nvPr/>
          </p:nvSpPr>
          <p:spPr>
            <a:xfrm>
              <a:off x="2132024" y="929615"/>
              <a:ext cx="9372600" cy="5214538"/>
            </a:xfrm>
            <a:prstGeom prst="round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024" name="CaixaDeTexto 1023">
              <a:extLst>
                <a:ext uri="{FF2B5EF4-FFF2-40B4-BE49-F238E27FC236}">
                  <a16:creationId xmlns:a16="http://schemas.microsoft.com/office/drawing/2014/main" id="{BC0BD09C-372A-08F5-D86F-B68173738FF2}"/>
                </a:ext>
              </a:extLst>
            </p:cNvPr>
            <p:cNvSpPr txBox="1"/>
            <p:nvPr/>
          </p:nvSpPr>
          <p:spPr>
            <a:xfrm>
              <a:off x="2788610" y="107884"/>
              <a:ext cx="5599610" cy="2400657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BR" sz="15000" b="1" dirty="0">
                  <a:solidFill>
                    <a:srgbClr val="D7B186"/>
                  </a:solidFill>
                  <a:latin typeface="Audio Nugget" panose="00000400000000000000" pitchFamily="2" charset="0"/>
                  <a:ea typeface="Audio Nugget" panose="00000400000000000000" pitchFamily="2" charset="0"/>
                  <a:cs typeface="Audio Nugget" panose="00000400000000000000" pitchFamily="2" charset="0"/>
                </a:rPr>
                <a:t>SGE</a:t>
              </a:r>
            </a:p>
          </p:txBody>
        </p:sp>
        <p:sp>
          <p:nvSpPr>
            <p:cNvPr id="1025" name="CaixaDeTexto 1024">
              <a:extLst>
                <a:ext uri="{FF2B5EF4-FFF2-40B4-BE49-F238E27FC236}">
                  <a16:creationId xmlns:a16="http://schemas.microsoft.com/office/drawing/2014/main" id="{5D179AE3-E6A8-95B4-29CF-502A60803E82}"/>
                </a:ext>
              </a:extLst>
            </p:cNvPr>
            <p:cNvSpPr txBox="1"/>
            <p:nvPr/>
          </p:nvSpPr>
          <p:spPr>
            <a:xfrm>
              <a:off x="2754281" y="1863384"/>
              <a:ext cx="55082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spc="-300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Sistema de Gerenciamento de Estoque</a:t>
              </a:r>
            </a:p>
          </p:txBody>
        </p:sp>
        <p:sp>
          <p:nvSpPr>
            <p:cNvPr id="1027" name="CaixaDeTexto 1026">
              <a:extLst>
                <a:ext uri="{FF2B5EF4-FFF2-40B4-BE49-F238E27FC236}">
                  <a16:creationId xmlns:a16="http://schemas.microsoft.com/office/drawing/2014/main" id="{41AC2EEF-A620-15A7-65F8-FB5C87ECEF94}"/>
                </a:ext>
              </a:extLst>
            </p:cNvPr>
            <p:cNvSpPr txBox="1"/>
            <p:nvPr/>
          </p:nvSpPr>
          <p:spPr>
            <a:xfrm>
              <a:off x="4900503" y="2424183"/>
              <a:ext cx="32944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Tabela de Conteúdos</a:t>
              </a:r>
            </a:p>
          </p:txBody>
        </p:sp>
        <p:sp>
          <p:nvSpPr>
            <p:cNvPr id="1029" name="CaixaDeTexto 1028">
              <a:extLst>
                <a:ext uri="{FF2B5EF4-FFF2-40B4-BE49-F238E27FC236}">
                  <a16:creationId xmlns:a16="http://schemas.microsoft.com/office/drawing/2014/main" id="{15932EC4-0356-03B1-550D-868BE2D333FE}"/>
                </a:ext>
              </a:extLst>
            </p:cNvPr>
            <p:cNvSpPr txBox="1"/>
            <p:nvPr/>
          </p:nvSpPr>
          <p:spPr>
            <a:xfrm>
              <a:off x="3352573" y="2993965"/>
              <a:ext cx="2922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Conceito geral do projeto</a:t>
              </a:r>
            </a:p>
          </p:txBody>
        </p:sp>
        <p:sp>
          <p:nvSpPr>
            <p:cNvPr id="1031" name="CaixaDeTexto 1030">
              <a:extLst>
                <a:ext uri="{FF2B5EF4-FFF2-40B4-BE49-F238E27FC236}">
                  <a16:creationId xmlns:a16="http://schemas.microsoft.com/office/drawing/2014/main" id="{6A66140D-01DE-5EAD-4A34-AEE4530EAE6D}"/>
                </a:ext>
              </a:extLst>
            </p:cNvPr>
            <p:cNvSpPr txBox="1"/>
            <p:nvPr/>
          </p:nvSpPr>
          <p:spPr>
            <a:xfrm>
              <a:off x="3343248" y="3555315"/>
              <a:ext cx="26548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temos por agora</a:t>
              </a:r>
            </a:p>
          </p:txBody>
        </p:sp>
        <p:sp>
          <p:nvSpPr>
            <p:cNvPr id="1032" name="CaixaDeTexto 1031">
              <a:extLst>
                <a:ext uri="{FF2B5EF4-FFF2-40B4-BE49-F238E27FC236}">
                  <a16:creationId xmlns:a16="http://schemas.microsoft.com/office/drawing/2014/main" id="{97D20D7D-A874-AC22-4C26-65B3468B9F92}"/>
                </a:ext>
              </a:extLst>
            </p:cNvPr>
            <p:cNvSpPr txBox="1"/>
            <p:nvPr/>
          </p:nvSpPr>
          <p:spPr>
            <a:xfrm>
              <a:off x="3343248" y="4116665"/>
              <a:ext cx="3264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</a:t>
              </a:r>
            </a:p>
          </p:txBody>
        </p:sp>
        <p:sp>
          <p:nvSpPr>
            <p:cNvPr id="1033" name="Fluxograma: Conector 1032">
              <a:extLst>
                <a:ext uri="{FF2B5EF4-FFF2-40B4-BE49-F238E27FC236}">
                  <a16:creationId xmlns:a16="http://schemas.microsoft.com/office/drawing/2014/main" id="{B864BF8E-C7EB-4861-F09C-C4DE0927DA6B}"/>
                </a:ext>
              </a:extLst>
            </p:cNvPr>
            <p:cNvSpPr/>
            <p:nvPr/>
          </p:nvSpPr>
          <p:spPr>
            <a:xfrm>
              <a:off x="2894671" y="2993965"/>
              <a:ext cx="374654" cy="376716"/>
            </a:xfrm>
            <a:prstGeom prst="flowChartConnector">
              <a:avLst/>
            </a:prstGeom>
            <a:solidFill>
              <a:srgbClr val="FFD8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4" name="Fluxograma: Conector 1033">
              <a:extLst>
                <a:ext uri="{FF2B5EF4-FFF2-40B4-BE49-F238E27FC236}">
                  <a16:creationId xmlns:a16="http://schemas.microsoft.com/office/drawing/2014/main" id="{FB9B4E56-3AE6-7423-C921-B4F7EA8DFA0A}"/>
                </a:ext>
              </a:extLst>
            </p:cNvPr>
            <p:cNvSpPr/>
            <p:nvPr/>
          </p:nvSpPr>
          <p:spPr>
            <a:xfrm>
              <a:off x="2897806" y="3555315"/>
              <a:ext cx="374654" cy="376716"/>
            </a:xfrm>
            <a:prstGeom prst="flowChartConnector">
              <a:avLst/>
            </a:prstGeom>
            <a:solidFill>
              <a:srgbClr val="A1846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5" name="Fluxograma: Conector 1034">
              <a:extLst>
                <a:ext uri="{FF2B5EF4-FFF2-40B4-BE49-F238E27FC236}">
                  <a16:creationId xmlns:a16="http://schemas.microsoft.com/office/drawing/2014/main" id="{76CD6DEA-212D-97C8-FE47-55946B24C6AD}"/>
                </a:ext>
              </a:extLst>
            </p:cNvPr>
            <p:cNvSpPr/>
            <p:nvPr/>
          </p:nvSpPr>
          <p:spPr>
            <a:xfrm>
              <a:off x="2894671" y="4116665"/>
              <a:ext cx="374654" cy="376716"/>
            </a:xfrm>
            <a:prstGeom prst="flowChartConnector">
              <a:avLst/>
            </a:prstGeom>
            <a:solidFill>
              <a:srgbClr val="D7A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6" name="Fluxograma: Conector 1035">
              <a:extLst>
                <a:ext uri="{FF2B5EF4-FFF2-40B4-BE49-F238E27FC236}">
                  <a16:creationId xmlns:a16="http://schemas.microsoft.com/office/drawing/2014/main" id="{D86F8269-51BE-CA72-0B51-9EB7FD0E6D4D}"/>
                </a:ext>
              </a:extLst>
            </p:cNvPr>
            <p:cNvSpPr/>
            <p:nvPr/>
          </p:nvSpPr>
          <p:spPr>
            <a:xfrm>
              <a:off x="2894671" y="4678015"/>
              <a:ext cx="374654" cy="376716"/>
            </a:xfrm>
            <a:prstGeom prst="flowChartConnector">
              <a:avLst/>
            </a:prstGeom>
            <a:solidFill>
              <a:srgbClr val="926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7" name="CaixaDeTexto 1036">
              <a:extLst>
                <a:ext uri="{FF2B5EF4-FFF2-40B4-BE49-F238E27FC236}">
                  <a16:creationId xmlns:a16="http://schemas.microsoft.com/office/drawing/2014/main" id="{B6889BC1-83B8-A5F2-D463-25741C7B9557}"/>
                </a:ext>
              </a:extLst>
            </p:cNvPr>
            <p:cNvSpPr txBox="1"/>
            <p:nvPr/>
          </p:nvSpPr>
          <p:spPr>
            <a:xfrm>
              <a:off x="3343248" y="4678015"/>
              <a:ext cx="2800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solidFill>
                    <a:schemeClr val="bg1">
                      <a:lumMod val="95000"/>
                    </a:schemeClr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Diagramação do sistema</a:t>
              </a:r>
            </a:p>
          </p:txBody>
        </p:sp>
        <p:pic>
          <p:nvPicPr>
            <p:cNvPr id="1038" name="Imagem 1037">
              <a:extLst>
                <a:ext uri="{FF2B5EF4-FFF2-40B4-BE49-F238E27FC236}">
                  <a16:creationId xmlns:a16="http://schemas.microsoft.com/office/drawing/2014/main" id="{BF4A7C56-BD2F-5C04-F061-60EC17267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9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3622" y="3283653"/>
              <a:ext cx="2924018" cy="2394670"/>
            </a:xfrm>
            <a:prstGeom prst="rect">
              <a:avLst/>
            </a:prstGeom>
          </p:spPr>
        </p:pic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05443E6D-F856-A8F5-D27D-545B441F9E4C}"/>
              </a:ext>
            </a:extLst>
          </p:cNvPr>
          <p:cNvGrpSpPr/>
          <p:nvPr/>
        </p:nvGrpSpPr>
        <p:grpSpPr>
          <a:xfrm>
            <a:off x="1740718" y="821534"/>
            <a:ext cx="9372600" cy="5214538"/>
            <a:chOff x="16191575" y="5991753"/>
            <a:chExt cx="9372600" cy="5214538"/>
          </a:xfrm>
        </p:grpSpPr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ACB5FEDF-667B-3037-4FD3-928AB69CE1CB}"/>
                </a:ext>
              </a:extLst>
            </p:cNvPr>
            <p:cNvSpPr/>
            <p:nvPr/>
          </p:nvSpPr>
          <p:spPr>
            <a:xfrm>
              <a:off x="16191575" y="5991753"/>
              <a:ext cx="9372600" cy="5214538"/>
            </a:xfrm>
            <a:prstGeom prst="roundRect">
              <a:avLst/>
            </a:prstGeom>
            <a:solidFill>
              <a:srgbClr val="926848"/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EBCE5B5-1966-DF25-F84D-4FA22D95B0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0745" y="6701669"/>
              <a:ext cx="3198661" cy="3693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498A32F0-0CFA-F80A-8763-51752236F5D5}"/>
                </a:ext>
              </a:extLst>
            </p:cNvPr>
            <p:cNvSpPr txBox="1"/>
            <p:nvPr/>
          </p:nvSpPr>
          <p:spPr>
            <a:xfrm>
              <a:off x="18020796" y="10373278"/>
              <a:ext cx="1590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Caso de uso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B8B331BB-CD97-4E69-DBF5-A084540356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52762" y="8447260"/>
              <a:ext cx="3564422" cy="2346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id="{14CFCFC4-AD5A-F028-0782-34D005C1DB2D}"/>
                </a:ext>
              </a:extLst>
            </p:cNvPr>
            <p:cNvSpPr txBox="1"/>
            <p:nvPr/>
          </p:nvSpPr>
          <p:spPr>
            <a:xfrm>
              <a:off x="22445047" y="10109036"/>
              <a:ext cx="25362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classes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10B23247-388C-29A4-8407-8E8AEB923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68575" y="6729268"/>
              <a:ext cx="4136877" cy="1512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7FA35029-2D45-B56B-8292-A4BDB4130D5F}"/>
                </a:ext>
              </a:extLst>
            </p:cNvPr>
            <p:cNvSpPr txBox="1"/>
            <p:nvPr/>
          </p:nvSpPr>
          <p:spPr>
            <a:xfrm>
              <a:off x="22445047" y="7924307"/>
              <a:ext cx="28167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 dirty="0">
                  <a:ln w="3175">
                    <a:solidFill>
                      <a:srgbClr val="76543A"/>
                    </a:solidFill>
                  </a:ln>
                  <a:solidFill>
                    <a:srgbClr val="FFCC66"/>
                  </a:solidFill>
                  <a:latin typeface="Blackadder ITC" panose="04020505051007020D02" pitchFamily="82" charset="0"/>
                </a:rPr>
                <a:t>Diagrama de atividade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D900790C-8128-ED8A-69EC-F56DB5570A0E}"/>
                </a:ext>
              </a:extLst>
            </p:cNvPr>
            <p:cNvSpPr txBox="1"/>
            <p:nvPr/>
          </p:nvSpPr>
          <p:spPr>
            <a:xfrm>
              <a:off x="19386920" y="6099488"/>
              <a:ext cx="29819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200" b="1" spc="300" dirty="0">
                  <a:solidFill>
                    <a:schemeClr val="bg1"/>
                  </a:solidFill>
                  <a:latin typeface="Impact" panose="020B0806030902050204" pitchFamily="34" charset="0"/>
                </a:rPr>
                <a:t>DIAGRAMAÇÃO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4108B84C-0B0B-9F47-F797-F01AAA98ADD1}"/>
              </a:ext>
            </a:extLst>
          </p:cNvPr>
          <p:cNvGrpSpPr/>
          <p:nvPr/>
        </p:nvGrpSpPr>
        <p:grpSpPr>
          <a:xfrm>
            <a:off x="12186786" y="-5805831"/>
            <a:ext cx="9372600" cy="5214538"/>
            <a:chOff x="16176143" y="66637"/>
            <a:chExt cx="9372600" cy="5214538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C4E37873-59A8-49B0-31FD-1D2C64E1E636}"/>
                </a:ext>
              </a:extLst>
            </p:cNvPr>
            <p:cNvSpPr/>
            <p:nvPr/>
          </p:nvSpPr>
          <p:spPr>
            <a:xfrm>
              <a:off x="16176143" y="66637"/>
              <a:ext cx="9372600" cy="5214538"/>
            </a:xfrm>
            <a:prstGeom prst="roundRect">
              <a:avLst/>
            </a:prstGeom>
            <a:solidFill>
              <a:srgbClr val="D7A46B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600" b="1" dirty="0">
                <a:latin typeface="Audio Nugget" panose="00000400000000000000" pitchFamily="2" charset="0"/>
                <a:ea typeface="Audio Nugget" panose="00000400000000000000" pitchFamily="2" charset="0"/>
                <a:cs typeface="Audio Nugget" panose="00000400000000000000" pitchFamily="2" charset="0"/>
              </a:endParaRPr>
            </a:p>
          </p:txBody>
        </p:sp>
        <p:sp>
          <p:nvSpPr>
            <p:cNvPr id="114" name="CaixaDeTexto 113">
              <a:extLst>
                <a:ext uri="{FF2B5EF4-FFF2-40B4-BE49-F238E27FC236}">
                  <a16:creationId xmlns:a16="http://schemas.microsoft.com/office/drawing/2014/main" id="{361CB9F0-8CEB-76F2-EEE5-6157DB9702D9}"/>
                </a:ext>
              </a:extLst>
            </p:cNvPr>
            <p:cNvSpPr txBox="1"/>
            <p:nvPr/>
          </p:nvSpPr>
          <p:spPr>
            <a:xfrm>
              <a:off x="18670603" y="1038336"/>
              <a:ext cx="44145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Backlog utilizando o </a:t>
              </a:r>
              <a:r>
                <a:rPr lang="pt-BR" sz="2400" dirty="0" err="1">
                  <a:solidFill>
                    <a:srgbClr val="76543A"/>
                  </a:solidFill>
                  <a:latin typeface="Cooper Black" panose="0208090404030B020404" pitchFamily="18" charset="0"/>
                  <a:cs typeface="Posterama" panose="020B0504020200020000" pitchFamily="34" charset="0"/>
                </a:rPr>
                <a:t>Trello</a:t>
              </a:r>
              <a:endParaRPr lang="pt-BR" sz="2400" dirty="0">
                <a:solidFill>
                  <a:srgbClr val="76543A"/>
                </a:solidFill>
                <a:latin typeface="Cooper Black" panose="0208090404030B020404" pitchFamily="18" charset="0"/>
                <a:cs typeface="Posterama" panose="020B0504020200020000" pitchFamily="34" charset="0"/>
              </a:endParaRPr>
            </a:p>
          </p:txBody>
        </p:sp>
        <p:pic>
          <p:nvPicPr>
            <p:cNvPr id="111" name="Imagem 110">
              <a:extLst>
                <a:ext uri="{FF2B5EF4-FFF2-40B4-BE49-F238E27FC236}">
                  <a16:creationId xmlns:a16="http://schemas.microsoft.com/office/drawing/2014/main" id="{85028914-5D10-FC2A-DFB7-9B2270B35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62103" y="1548978"/>
              <a:ext cx="6031544" cy="3198694"/>
            </a:xfrm>
            <a:prstGeom prst="rect">
              <a:avLst/>
            </a:prstGeom>
          </p:spPr>
        </p:pic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ADFF409B-26F9-E71E-144C-009D57852471}"/>
                </a:ext>
              </a:extLst>
            </p:cNvPr>
            <p:cNvSpPr txBox="1"/>
            <p:nvPr/>
          </p:nvSpPr>
          <p:spPr>
            <a:xfrm>
              <a:off x="17685932" y="509209"/>
              <a:ext cx="63530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bg1"/>
                  </a:solidFill>
                  <a:latin typeface="Posterama" panose="020B0504020200020000" pitchFamily="34" charset="0"/>
                  <a:cs typeface="Posterama" panose="020B0504020200020000" pitchFamily="34" charset="0"/>
                </a:rPr>
                <a:t>O QUE AINDA TEMOS QUE FAZER?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1BE42809-B9BB-0F56-0465-0FE01EACC2ED}"/>
              </a:ext>
            </a:extLst>
          </p:cNvPr>
          <p:cNvGrpSpPr/>
          <p:nvPr/>
        </p:nvGrpSpPr>
        <p:grpSpPr>
          <a:xfrm>
            <a:off x="-9975603" y="-276679"/>
            <a:ext cx="22249979" cy="7393896"/>
            <a:chOff x="12448843" y="-293512"/>
            <a:chExt cx="22249979" cy="7393896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12B94D85-D54C-3616-748B-D629473288C8}"/>
                </a:ext>
              </a:extLst>
            </p:cNvPr>
            <p:cNvGrpSpPr/>
            <p:nvPr/>
          </p:nvGrpSpPr>
          <p:grpSpPr>
            <a:xfrm>
              <a:off x="22234623" y="-293512"/>
              <a:ext cx="12464199" cy="7321447"/>
              <a:chOff x="-9083577" y="-10204249"/>
              <a:chExt cx="12464199" cy="7321447"/>
            </a:xfrm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8D937EC5-BA4F-FA39-FA45-DD1B409BAED8}"/>
                  </a:ext>
                </a:extLst>
              </p:cNvPr>
              <p:cNvSpPr/>
              <p:nvPr/>
            </p:nvSpPr>
            <p:spPr>
              <a:xfrm>
                <a:off x="-9083577" y="-10204249"/>
                <a:ext cx="12464199" cy="7321447"/>
              </a:xfrm>
              <a:prstGeom prst="rect">
                <a:avLst/>
              </a:prstGeom>
              <a:solidFill>
                <a:srgbClr val="4E29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05D3EF89-46F8-B619-4E44-0399C4EEE4BE}"/>
                  </a:ext>
                </a:extLst>
              </p:cNvPr>
              <p:cNvSpPr txBox="1"/>
              <p:nvPr/>
            </p:nvSpPr>
            <p:spPr>
              <a:xfrm flipH="1">
                <a:off x="-5228766" y="-7799981"/>
                <a:ext cx="475457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400" b="1" dirty="0">
                    <a:solidFill>
                      <a:schemeClr val="bg1"/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AGRADECEMOS</a:t>
                </a:r>
              </a:p>
            </p:txBody>
          </p: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C7672E1D-2971-6E81-7A04-A29D3CD30B37}"/>
                  </a:ext>
                </a:extLst>
              </p:cNvPr>
              <p:cNvSpPr txBox="1"/>
              <p:nvPr/>
            </p:nvSpPr>
            <p:spPr>
              <a:xfrm flipH="1">
                <a:off x="-4998416" y="-7030541"/>
                <a:ext cx="429387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400" b="1" dirty="0">
                    <a:solidFill>
                      <a:schemeClr val="bg1"/>
                    </a:solidFill>
                    <a:latin typeface="Posterama" panose="020B0504020200020000" pitchFamily="34" charset="0"/>
                    <a:cs typeface="Posterama" panose="020B0504020200020000" pitchFamily="34" charset="0"/>
                  </a:rPr>
                  <a:t>ATENÇÃO</a:t>
                </a:r>
              </a:p>
            </p:txBody>
          </p: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A5275AB3-967C-026D-8DE5-8F743E178109}"/>
                  </a:ext>
                </a:extLst>
              </p:cNvPr>
              <p:cNvSpPr txBox="1"/>
              <p:nvPr/>
            </p:nvSpPr>
            <p:spPr>
              <a:xfrm flipH="1">
                <a:off x="-5228766" y="-7415261"/>
                <a:ext cx="475457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400" b="1" dirty="0">
                    <a:solidFill>
                      <a:srgbClr val="FFCC66"/>
                    </a:solidFill>
                    <a:latin typeface="Fairwater Script" panose="02000507000000020003" pitchFamily="2" charset="0"/>
                    <a:cs typeface="Posterama" panose="020B0504020200020000" pitchFamily="34" charset="0"/>
                  </a:rPr>
                  <a:t>pela</a:t>
                </a:r>
              </a:p>
            </p:txBody>
          </p:sp>
        </p:grpSp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FB4D6A7C-5A8F-FF0A-C427-1E8AF6A82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48843" y="0"/>
              <a:ext cx="10742177" cy="71003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0543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1545</Words>
  <Application>Microsoft Office PowerPoint</Application>
  <PresentationFormat>Widescreen</PresentationFormat>
  <Paragraphs>200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9" baseType="lpstr">
      <vt:lpstr>Aptos</vt:lpstr>
      <vt:lpstr>Aptos Display</vt:lpstr>
      <vt:lpstr>Aptos ExtraBold</vt:lpstr>
      <vt:lpstr>Arial</vt:lpstr>
      <vt:lpstr>Audio Nugget</vt:lpstr>
      <vt:lpstr>Blackadder ITC</vt:lpstr>
      <vt:lpstr>Cooper Black</vt:lpstr>
      <vt:lpstr>Fairwater Script</vt:lpstr>
      <vt:lpstr>Impact</vt:lpstr>
      <vt:lpstr>Posterama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Junior</dc:creator>
  <cp:lastModifiedBy>Renato Junior</cp:lastModifiedBy>
  <cp:revision>1</cp:revision>
  <dcterms:created xsi:type="dcterms:W3CDTF">2026-05-19T02:12:21Z</dcterms:created>
  <dcterms:modified xsi:type="dcterms:W3CDTF">2026-05-19T04:32:14Z</dcterms:modified>
</cp:coreProperties>
</file>